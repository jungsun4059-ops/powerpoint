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9" r:id="rId2"/>
    <p:sldId id="258" r:id="rId3"/>
    <p:sldId id="260" r:id="rId4"/>
    <p:sldId id="261" r:id="rId5"/>
    <p:sldId id="267" r:id="rId6"/>
    <p:sldId id="264" r:id="rId7"/>
  </p:sldIdLst>
  <p:sldSz cx="9906000" cy="6858000" type="A4"/>
  <p:notesSz cx="9923463" cy="67865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A6B67-5047-42CF-9809-902AD862B613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D004-EA30-48C8-B64E-A7498F1E0A07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69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0999" y="0"/>
            <a:ext cx="4300167" cy="34050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06763" y="847725"/>
            <a:ext cx="3309937" cy="22907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347" y="3266033"/>
            <a:ext cx="7938770" cy="267221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0999" y="6446057"/>
            <a:ext cx="4300167" cy="34050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E69701-C1D0-FABA-C90C-92EFAFC4DFDE}"/>
              </a:ext>
            </a:extLst>
          </p:cNvPr>
          <p:cNvSpPr/>
          <p:nvPr userDrawn="1"/>
        </p:nvSpPr>
        <p:spPr>
          <a:xfrm>
            <a:off x="0" y="683742"/>
            <a:ext cx="9906000" cy="46955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순서도: 지연 6">
            <a:extLst>
              <a:ext uri="{FF2B5EF4-FFF2-40B4-BE49-F238E27FC236}">
                <a16:creationId xmlns:a16="http://schemas.microsoft.com/office/drawing/2014/main" id="{DACEC771-D78A-96F3-843F-24F6DD1B6667}"/>
              </a:ext>
            </a:extLst>
          </p:cNvPr>
          <p:cNvSpPr/>
          <p:nvPr userDrawn="1"/>
        </p:nvSpPr>
        <p:spPr>
          <a:xfrm>
            <a:off x="632254" y="0"/>
            <a:ext cx="8641492" cy="1153297"/>
          </a:xfrm>
          <a:prstGeom prst="flowChartDelay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A3511B-5275-7820-C059-20FBEAB4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9180F5-C971-F711-4CAC-69F536990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741" y="6176963"/>
            <a:ext cx="1758518" cy="5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육각형 2"/>
          <p:cNvSpPr/>
          <p:nvPr/>
        </p:nvSpPr>
        <p:spPr>
          <a:xfrm>
            <a:off x="0" y="0"/>
            <a:ext cx="5719156" cy="6858000"/>
          </a:xfrm>
          <a:prstGeom prst="hexagon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9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678" y="2154100"/>
            <a:ext cx="7274400" cy="1411111"/>
          </a:xfrm>
        </p:spPr>
        <p:txBody>
          <a:bodyPr>
            <a:prstTxWarp prst="textChevron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5000" endA="300" endPos="45500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  <a:endParaRPr lang="ko-KR" altLang="en-US" b="1" dirty="0">
              <a:effectLst>
                <a:reflection blurRad="6350" stA="55000" endA="300" endPos="45500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320" y="5853119"/>
            <a:ext cx="2321495" cy="70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sp>
        <p:nvSpPr>
          <p:cNvPr id="19" name="L 도형 18"/>
          <p:cNvSpPr/>
          <p:nvPr/>
        </p:nvSpPr>
        <p:spPr>
          <a:xfrm flipH="1">
            <a:off x="3902016" y="2254082"/>
            <a:ext cx="4680000" cy="168372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78202" y="1816801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 관리</a:t>
            </a:r>
          </a:p>
        </p:txBody>
      </p:sp>
      <p:sp>
        <p:nvSpPr>
          <p:cNvPr id="29" name="L 도형 28"/>
          <p:cNvSpPr/>
          <p:nvPr/>
        </p:nvSpPr>
        <p:spPr>
          <a:xfrm flipH="1">
            <a:off x="3902016" y="4527505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78202" y="403193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건강을 해치는 흡연</a:t>
            </a:r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/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음주</a:t>
            </a:r>
          </a:p>
        </p:txBody>
      </p:sp>
      <p:sp>
        <p:nvSpPr>
          <p:cNvPr id="34" name="L 도형 33"/>
          <p:cNvSpPr/>
          <p:nvPr/>
        </p:nvSpPr>
        <p:spPr>
          <a:xfrm flipH="1">
            <a:off x="3902016" y="3393047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78202" y="2913969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균형있는 식생활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9" name="L 도형 38"/>
          <p:cNvSpPr/>
          <p:nvPr/>
        </p:nvSpPr>
        <p:spPr>
          <a:xfrm flipH="1">
            <a:off x="3902016" y="5661704"/>
            <a:ext cx="4680000" cy="168779"/>
          </a:xfrm>
          <a:prstGeom prst="corner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278202" y="5207146"/>
            <a:ext cx="3986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운동과 식습관 개선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00" t="32052" b="32604"/>
          <a:stretch/>
        </p:blipFill>
        <p:spPr>
          <a:xfrm>
            <a:off x="409198" y="1648539"/>
            <a:ext cx="2019905" cy="1777131"/>
          </a:xfrm>
          <a:prstGeom prst="rect">
            <a:avLst/>
          </a:prstGeom>
        </p:spPr>
      </p:pic>
      <p:sp>
        <p:nvSpPr>
          <p:cNvPr id="3" name="사각형: 잘린 대각선 방향 모서리 2"/>
          <p:cNvSpPr/>
          <p:nvPr/>
        </p:nvSpPr>
        <p:spPr>
          <a:xfrm>
            <a:off x="2873209" y="1780909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사각형: 잘린 대각선 방향 모서리 27"/>
          <p:cNvSpPr/>
          <p:nvPr/>
        </p:nvSpPr>
        <p:spPr>
          <a:xfrm>
            <a:off x="2873209" y="4053761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3" name="사각형: 잘린 대각선 방향 모서리 32"/>
          <p:cNvSpPr/>
          <p:nvPr/>
        </p:nvSpPr>
        <p:spPr>
          <a:xfrm>
            <a:off x="2873209" y="2919642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8" name="사각형: 잘린 대각선 방향 모서리 37"/>
          <p:cNvSpPr/>
          <p:nvPr/>
        </p:nvSpPr>
        <p:spPr>
          <a:xfrm>
            <a:off x="2873209" y="5187880"/>
            <a:ext cx="1080000" cy="642604"/>
          </a:xfrm>
          <a:prstGeom prst="snip2Diag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건강 관리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5095" y="1581049"/>
            <a:ext cx="6910388" cy="2149475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Health care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In general, health care refers to physical health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Regular health care satisfies one's desire for health and makes one mentally happy</a:t>
            </a:r>
            <a:endParaRPr lang="ko-KR" altLang="en-US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05095" y="3879442"/>
            <a:ext cx="858665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건강 관리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일반적으로 신체적 건강을 가리키는 경우가 많으며 규칙적인 건강 관리는 자신의 건강을 향한 욕구를 충족시키는 동시에 정신적으로도 행복하게 함</a:t>
            </a:r>
            <a:endParaRPr lang="en-US" altLang="ko-KR" sz="2000" dirty="0">
              <a:solidFill>
                <a:prstClr val="black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4898" y="1905000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04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3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</TotalTime>
  <Words>73</Words>
  <Application>Microsoft Office PowerPoint</Application>
  <PresentationFormat>A4 용지(210x297mm)</PresentationFormat>
  <Paragraphs>21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Health Care</vt:lpstr>
      <vt:lpstr>  목차</vt:lpstr>
      <vt:lpstr>1. 건강 관리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128</cp:revision>
  <cp:lastPrinted>2023-03-18T01:50:07Z</cp:lastPrinted>
  <dcterms:created xsi:type="dcterms:W3CDTF">2019-10-10T08:42:01Z</dcterms:created>
  <dcterms:modified xsi:type="dcterms:W3CDTF">2024-02-02T09:14:12Z</dcterms:modified>
</cp:coreProperties>
</file>