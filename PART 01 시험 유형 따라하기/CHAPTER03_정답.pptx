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4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1340</TotalTime>
  <Words>34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PowerPoint 프레젠테이션</vt:lpstr>
      <vt:lpstr>  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5</cp:revision>
  <dcterms:created xsi:type="dcterms:W3CDTF">2023-12-06T01:53:31Z</dcterms:created>
  <dcterms:modified xsi:type="dcterms:W3CDTF">2024-02-02T09:22:46Z</dcterms:modified>
</cp:coreProperties>
</file>