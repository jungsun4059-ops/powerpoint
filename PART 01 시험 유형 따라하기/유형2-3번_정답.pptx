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9" r:id="rId2"/>
    <p:sldId id="258" r:id="rId3"/>
    <p:sldId id="260" r:id="rId4"/>
    <p:sldId id="261" r:id="rId5"/>
    <p:sldId id="262" r:id="rId6"/>
    <p:sldId id="263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1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8575" y="6356352"/>
            <a:ext cx="2228850" cy="365125"/>
          </a:xfrm>
        </p:spPr>
        <p:txBody>
          <a:bodyPr/>
          <a:lstStyle>
            <a:lvl1pPr algn="ctr"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화살표: 갈매기형 수장 9">
            <a:extLst>
              <a:ext uri="{FF2B5EF4-FFF2-40B4-BE49-F238E27FC236}">
                <a16:creationId xmlns:a16="http://schemas.microsoft.com/office/drawing/2014/main" id="{DF9E731E-3FEE-1D6A-6EC3-CA0122511138}"/>
              </a:ext>
            </a:extLst>
          </p:cNvPr>
          <p:cNvSpPr/>
          <p:nvPr userDrawn="1"/>
        </p:nvSpPr>
        <p:spPr>
          <a:xfrm flipH="1">
            <a:off x="0" y="600635"/>
            <a:ext cx="9906000" cy="552662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빗면 7">
            <a:extLst>
              <a:ext uri="{FF2B5EF4-FFF2-40B4-BE49-F238E27FC236}">
                <a16:creationId xmlns:a16="http://schemas.microsoft.com/office/drawing/2014/main" id="{54899E65-DB58-365F-E83C-F82FFB31FE09}"/>
              </a:ext>
            </a:extLst>
          </p:cNvPr>
          <p:cNvSpPr/>
          <p:nvPr userDrawn="1"/>
        </p:nvSpPr>
        <p:spPr>
          <a:xfrm flipH="1">
            <a:off x="1147725" y="0"/>
            <a:ext cx="7610550" cy="1153297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F512B37-9BAB-DD61-6392-CC3E01BE9F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94" y="6257241"/>
            <a:ext cx="1479665" cy="54721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4676058-C2F6-CE06-4361-207B7E81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3936274"/>
            <a:ext cx="9906000" cy="2921726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1763" y="1532811"/>
            <a:ext cx="5922474" cy="1466170"/>
          </a:xfrm>
        </p:spPr>
        <p:txBody>
          <a:bodyPr>
            <a:prstTxWarp prst="textChevronInverted">
              <a:avLst/>
            </a:prstTxWarp>
          </a:bodyPr>
          <a:lstStyle/>
          <a:p>
            <a:r>
              <a:rPr lang="en-US" altLang="ko-KR" sz="6000" b="1" dirty="0">
                <a:effectLst>
                  <a:reflection blurRad="6350" stA="60000" endA="900" endPos="58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Chronic Fatigue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618" y="44125"/>
            <a:ext cx="2181080" cy="8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  목차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FDC00CE-D75A-49E0-A109-492C77298C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61" t="32879" b="32974"/>
          <a:stretch/>
        </p:blipFill>
        <p:spPr>
          <a:xfrm>
            <a:off x="7401586" y="1897319"/>
            <a:ext cx="1727019" cy="1600201"/>
          </a:xfrm>
          <a:prstGeom prst="rect">
            <a:avLst/>
          </a:prstGeom>
        </p:spPr>
      </p:pic>
      <p:sp>
        <p:nvSpPr>
          <p:cNvPr id="19" name="모서리가 둥근 직사각형 18"/>
          <p:cNvSpPr/>
          <p:nvPr/>
        </p:nvSpPr>
        <p:spPr>
          <a:xfrm>
            <a:off x="1464722" y="2350078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06367" y="1897319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만성피로의 정의</a:t>
            </a:r>
          </a:p>
        </p:txBody>
      </p:sp>
      <p:sp>
        <p:nvSpPr>
          <p:cNvPr id="3" name="사각형: 둥근 한쪽 모서리 2"/>
          <p:cNvSpPr/>
          <p:nvPr/>
        </p:nvSpPr>
        <p:spPr>
          <a:xfrm>
            <a:off x="950614" y="1861427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1464722" y="3431455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06367" y="2978696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만성피로의 유발과 증상</a:t>
            </a:r>
          </a:p>
        </p:txBody>
      </p:sp>
      <p:sp>
        <p:nvSpPr>
          <p:cNvPr id="29" name="사각형: 둥근 한쪽 모서리 28"/>
          <p:cNvSpPr/>
          <p:nvPr/>
        </p:nvSpPr>
        <p:spPr>
          <a:xfrm>
            <a:off x="950614" y="2942804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1464722" y="4512832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806367" y="4060073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직장인의 만성피로</a:t>
            </a:r>
          </a:p>
        </p:txBody>
      </p:sp>
      <p:sp>
        <p:nvSpPr>
          <p:cNvPr id="36" name="사각형: 둥근 한쪽 모서리 35"/>
          <p:cNvSpPr/>
          <p:nvPr/>
        </p:nvSpPr>
        <p:spPr>
          <a:xfrm>
            <a:off x="950614" y="4024181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1464722" y="5594210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806367" y="5141451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hlinkClick r:id="rId3" action="ppaction://hlinksldjump"/>
              </a:rPr>
              <a:t>만성피로의 치료 및 예방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3" name="사각형: 둥근 한쪽 모서리 42"/>
          <p:cNvSpPr/>
          <p:nvPr/>
        </p:nvSpPr>
        <p:spPr>
          <a:xfrm>
            <a:off x="950614" y="5105559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165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40000"/>
            <a:lumOff val="60000"/>
          </a:schemeClr>
        </a:solidFill>
        <a:ln w="3175">
          <a:solidFill>
            <a:schemeClr val="tx1"/>
          </a:solidFill>
        </a:ln>
      </a:spPr>
      <a:bodyPr rtlCol="0" anchor="ctr"/>
      <a:lstStyle>
        <a:defPPr algn="ctr">
          <a:defRPr dirty="0">
            <a:solidFill>
              <a:schemeClr val="tx1"/>
            </a:solidFill>
            <a:latin typeface="굴림" pitchFamily="50" charset="-127"/>
            <a:ea typeface="굴림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997</TotalTime>
  <Words>24</Words>
  <Application>Microsoft Office PowerPoint</Application>
  <PresentationFormat>A4 용지(210x297mm)</PresentationFormat>
  <Paragraphs>15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굴림</vt:lpstr>
      <vt:lpstr>돋움</vt:lpstr>
      <vt:lpstr>맑은 고딕</vt:lpstr>
      <vt:lpstr>Arial</vt:lpstr>
      <vt:lpstr>Calibri</vt:lpstr>
      <vt:lpstr>Office 테마</vt:lpstr>
      <vt:lpstr>Chronic Fatigue</vt:lpstr>
      <vt:lpstr>  목차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103</cp:revision>
  <dcterms:created xsi:type="dcterms:W3CDTF">2019-10-10T08:42:01Z</dcterms:created>
  <dcterms:modified xsi:type="dcterms:W3CDTF">2024-02-02T09:17:31Z</dcterms:modified>
</cp:coreProperties>
</file>