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gif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040" autoAdjust="0"/>
    <p:restoredTop sz="94660"/>
  </p:normalViewPr>
  <p:slideViewPr>
    <p:cSldViewPr snapToGrid="0">
      <p:cViewPr>
        <p:scale>
          <a:sx n="100" d="100"/>
          <a:sy n="100" d="100"/>
        </p:scale>
        <p:origin x="122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2FA7E-5816-4D59-A577-E7022ADE44CD}" type="datetimeFigureOut">
              <a:rPr lang="ko-KR" altLang="en-US" smtClean="0"/>
              <a:t>2024-01-26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C70FB-9DE4-4736-BDF4-8CF63472AF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678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794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627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95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64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89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955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992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594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141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119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34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99F5A0-017E-F170-D685-4F2A69E5358F}"/>
              </a:ext>
            </a:extLst>
          </p:cNvPr>
          <p:cNvSpPr/>
          <p:nvPr userDrawn="1"/>
        </p:nvSpPr>
        <p:spPr>
          <a:xfrm>
            <a:off x="0" y="612000"/>
            <a:ext cx="9906000" cy="5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26420-4545-4CF2-BF52-022BBE086FC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811413E-5B5F-EC47-921F-3EE57EAC1AD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6264000"/>
            <a:ext cx="1479628" cy="547200"/>
          </a:xfrm>
          <a:prstGeom prst="rect">
            <a:avLst/>
          </a:prstGeom>
        </p:spPr>
      </p:pic>
      <p:sp>
        <p:nvSpPr>
          <p:cNvPr id="12" name="사각형: 둥근 한쪽 모서리 11">
            <a:extLst>
              <a:ext uri="{FF2B5EF4-FFF2-40B4-BE49-F238E27FC236}">
                <a16:creationId xmlns:a16="http://schemas.microsoft.com/office/drawing/2014/main" id="{BC97B647-C187-1811-122A-DD54E3BBF4A8}"/>
              </a:ext>
            </a:extLst>
          </p:cNvPr>
          <p:cNvSpPr/>
          <p:nvPr userDrawn="1"/>
        </p:nvSpPr>
        <p:spPr>
          <a:xfrm>
            <a:off x="0" y="0"/>
            <a:ext cx="8820000" cy="1152000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906000" cy="115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82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돋움" panose="020B0600000101010101" pitchFamily="50" charset="-127"/>
          <a:ea typeface="돋움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56D8512-E958-D707-3D9A-236780176ECE}"/>
              </a:ext>
            </a:extLst>
          </p:cNvPr>
          <p:cNvSpPr/>
          <p:nvPr/>
        </p:nvSpPr>
        <p:spPr>
          <a:xfrm>
            <a:off x="0" y="0"/>
            <a:ext cx="5580000" cy="6858000"/>
          </a:xfrm>
          <a:prstGeom prst="rect">
            <a:avLst/>
          </a:prstGeom>
          <a:blipFill dpi="0" rotWithShape="1">
            <a:blip r:embed="rId2">
              <a:alphaModFix amt="50000"/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0AA5AA-2595-8DA5-CAC7-6DA52BBAEE2E}"/>
              </a:ext>
            </a:extLst>
          </p:cNvPr>
          <p:cNvSpPr/>
          <p:nvPr/>
        </p:nvSpPr>
        <p:spPr>
          <a:xfrm>
            <a:off x="1623600" y="2797200"/>
            <a:ext cx="6973200" cy="141840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Triangle">
              <a:avLst/>
            </a:prstTxWarp>
            <a:spAutoFit/>
          </a:bodyPr>
          <a:lstStyle/>
          <a:p>
            <a:pPr algn="ctr"/>
            <a:r>
              <a:rPr lang="en-US" altLang="ko-KR" sz="5400" b="1" cap="none" spc="0">
                <a:ln w="0"/>
                <a:effectLst>
                  <a:reflection blurRad="6350" stA="50000" endA="300" endPos="50000" dist="29997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Mixed Reality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096D12D-E1A5-93CD-EBA3-B3C09E7A7C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D9D9B"/>
              </a:clrFrom>
              <a:clrTo>
                <a:srgbClr val="9D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126000"/>
            <a:ext cx="2214000" cy="81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83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04550-297B-FD10-FE83-88323A07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  목차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9B3166-0FC1-D23A-5A52-06840F8F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DCD2DFE2-CE4A-9A9F-5C44-6F409BD87D80}"/>
              </a:ext>
            </a:extLst>
          </p:cNvPr>
          <p:cNvSpPr/>
          <p:nvPr/>
        </p:nvSpPr>
        <p:spPr>
          <a:xfrm>
            <a:off x="2566800" y="1789200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Ⅰ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74BA44-EBD6-1F52-B131-8EB65C54CCEE}"/>
              </a:ext>
            </a:extLst>
          </p:cNvPr>
          <p:cNvSpPr/>
          <p:nvPr/>
        </p:nvSpPr>
        <p:spPr>
          <a:xfrm>
            <a:off x="3981600" y="2250000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EF6238-7614-0A9C-20D8-E40825D7FE43}"/>
              </a:ext>
            </a:extLst>
          </p:cNvPr>
          <p:cNvSpPr txBox="1"/>
          <p:nvPr/>
        </p:nvSpPr>
        <p:spPr>
          <a:xfrm>
            <a:off x="4089400" y="1789200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혼합현실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(MR)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이란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5" name="사각형: 잘린 한쪽 모서리 44">
            <a:extLst>
              <a:ext uri="{FF2B5EF4-FFF2-40B4-BE49-F238E27FC236}">
                <a16:creationId xmlns:a16="http://schemas.microsoft.com/office/drawing/2014/main" id="{ABCA6D75-D313-1220-016B-8D90C77EC69F}"/>
              </a:ext>
            </a:extLst>
          </p:cNvPr>
          <p:cNvSpPr/>
          <p:nvPr/>
        </p:nvSpPr>
        <p:spPr>
          <a:xfrm>
            <a:off x="2566800" y="2888064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Ⅱ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262D27F-97E3-3319-6A10-E0620C665B32}"/>
              </a:ext>
            </a:extLst>
          </p:cNvPr>
          <p:cNvSpPr/>
          <p:nvPr/>
        </p:nvSpPr>
        <p:spPr>
          <a:xfrm>
            <a:off x="3981600" y="3348864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3AF90C-AD6A-8C06-F0BF-B00EF70798A2}"/>
              </a:ext>
            </a:extLst>
          </p:cNvPr>
          <p:cNvSpPr txBox="1"/>
          <p:nvPr/>
        </p:nvSpPr>
        <p:spPr>
          <a:xfrm>
            <a:off x="4089400" y="2888064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VR, AR, MR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기술 비교</a:t>
            </a:r>
          </a:p>
        </p:txBody>
      </p:sp>
      <p:sp>
        <p:nvSpPr>
          <p:cNvPr id="48" name="사각형: 잘린 한쪽 모서리 47">
            <a:extLst>
              <a:ext uri="{FF2B5EF4-FFF2-40B4-BE49-F238E27FC236}">
                <a16:creationId xmlns:a16="http://schemas.microsoft.com/office/drawing/2014/main" id="{29227316-2C62-6CE1-4E94-5232C0549EFA}"/>
              </a:ext>
            </a:extLst>
          </p:cNvPr>
          <p:cNvSpPr/>
          <p:nvPr/>
        </p:nvSpPr>
        <p:spPr>
          <a:xfrm>
            <a:off x="2566800" y="3986928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Ⅲ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0D507D0-04E3-1EBD-BE4D-D95942EA7967}"/>
              </a:ext>
            </a:extLst>
          </p:cNvPr>
          <p:cNvSpPr/>
          <p:nvPr/>
        </p:nvSpPr>
        <p:spPr>
          <a:xfrm>
            <a:off x="3981600" y="4447728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291386-EE91-A3AE-15ED-4346CFD8FAA4}"/>
              </a:ext>
            </a:extLst>
          </p:cNvPr>
          <p:cNvSpPr txBox="1"/>
          <p:nvPr/>
        </p:nvSpPr>
        <p:spPr>
          <a:xfrm>
            <a:off x="4089400" y="3986928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글로벌 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VR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및 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MR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시장규모</a:t>
            </a:r>
          </a:p>
        </p:txBody>
      </p:sp>
      <p:sp>
        <p:nvSpPr>
          <p:cNvPr id="51" name="사각형: 잘린 한쪽 모서리 50">
            <a:extLst>
              <a:ext uri="{FF2B5EF4-FFF2-40B4-BE49-F238E27FC236}">
                <a16:creationId xmlns:a16="http://schemas.microsoft.com/office/drawing/2014/main" id="{DADFF4F5-30E8-DF4F-E0CE-5E1E0632C24F}"/>
              </a:ext>
            </a:extLst>
          </p:cNvPr>
          <p:cNvSpPr/>
          <p:nvPr/>
        </p:nvSpPr>
        <p:spPr>
          <a:xfrm>
            <a:off x="2566800" y="5085792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Ⅳ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B23E5F5-F019-E9CC-474A-95C5616CC7AF}"/>
              </a:ext>
            </a:extLst>
          </p:cNvPr>
          <p:cNvSpPr/>
          <p:nvPr/>
        </p:nvSpPr>
        <p:spPr>
          <a:xfrm>
            <a:off x="3981600" y="5546592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6E111B-06B4-10C3-1FA2-7EC4AC9AE7B7}"/>
              </a:ext>
            </a:extLst>
          </p:cNvPr>
          <p:cNvSpPr txBox="1"/>
          <p:nvPr/>
        </p:nvSpPr>
        <p:spPr>
          <a:xfrm>
            <a:off x="4089400" y="5085792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  <a:hlinkClick r:id="rId2" action="ppaction://hlinksldjump"/>
              </a:rPr>
              <a:t>혼합현실 이해와 기술사례</a:t>
            </a: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3B373F6-7FE7-298D-CD2E-1A35F2DC58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7" t="5970" r="58703" b="73597"/>
          <a:stretch/>
        </p:blipFill>
        <p:spPr>
          <a:xfrm>
            <a:off x="560717" y="4447729"/>
            <a:ext cx="1624502" cy="127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97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7C7F2-448C-B836-E564-2577DE60E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  Ⅰ. </a:t>
            </a:r>
            <a:r>
              <a:rPr lang="ko-KR" altLang="en-US"/>
              <a:t>혼합현실</a:t>
            </a:r>
            <a:r>
              <a:rPr lang="en-US" altLang="ko-KR"/>
              <a:t>(MR)</a:t>
            </a:r>
            <a:r>
              <a:rPr lang="ko-KR" altLang="en-US"/>
              <a:t>이란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1623E6-EDD4-FB1C-D7E8-70227A39C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1560251"/>
            <a:ext cx="8543925" cy="2193925"/>
          </a:xfrm>
        </p:spPr>
        <p:txBody>
          <a:bodyPr>
            <a:noAutofit/>
          </a:bodyPr>
          <a:lstStyle/>
          <a:p>
            <a:pPr marL="447675" indent="-44767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b="1">
                <a:latin typeface="굴림" panose="020B0600000101010101" pitchFamily="50" charset="-127"/>
                <a:ea typeface="굴림" panose="020B0600000101010101" pitchFamily="50" charset="-127"/>
              </a:rPr>
              <a:t>Mixed Reality(MR)</a:t>
            </a:r>
          </a:p>
          <a:p>
            <a:pPr marL="809625" lvl="1" indent="-3524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>
                <a:latin typeface="굴림" panose="020B0600000101010101" pitchFamily="50" charset="-127"/>
                <a:ea typeface="굴림" panose="020B0600000101010101" pitchFamily="50" charset="-127"/>
              </a:rPr>
              <a:t>A reality created by mixing various methods</a:t>
            </a:r>
          </a:p>
          <a:p>
            <a:pPr marL="809625" lvl="1" indent="-3524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>
                <a:latin typeface="굴림" panose="020B0600000101010101" pitchFamily="50" charset="-127"/>
                <a:ea typeface="굴림" panose="020B0600000101010101" pitchFamily="50" charset="-127"/>
              </a:rPr>
              <a:t>A word that refers to all the ways that exist between reality, virtual reality(VR) and augmented reality(AR)</a:t>
            </a:r>
            <a:endParaRPr lang="ko-KR" altLang="en-US" sz="20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9CA168-64E9-08CD-FE9A-6F0FD2F9B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03A12C3-3255-1BEA-C38F-100FA280D542}"/>
              </a:ext>
            </a:extLst>
          </p:cNvPr>
          <p:cNvSpPr txBox="1">
            <a:spLocks/>
          </p:cNvSpPr>
          <p:nvPr/>
        </p:nvSpPr>
        <p:spPr>
          <a:xfrm>
            <a:off x="681038" y="3919538"/>
            <a:ext cx="6919911" cy="21939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b="1">
                <a:latin typeface="굴림" panose="020B0600000101010101" pitchFamily="50" charset="-127"/>
                <a:ea typeface="굴림" panose="020B0600000101010101" pitchFamily="50" charset="-127"/>
              </a:rPr>
              <a:t>혼합현실</a:t>
            </a:r>
            <a:endParaRPr lang="en-US" altLang="ko-KR" sz="2400" b="1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809625" lvl="1" indent="-3524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>
                <a:latin typeface="굴림" panose="020B0600000101010101" pitchFamily="50" charset="-127"/>
                <a:ea typeface="굴림" panose="020B0600000101010101" pitchFamily="50" charset="-127"/>
              </a:rPr>
              <a:t>다양한 방식을 혼합해 만들어낸 현실로 현실과 가상현실</a:t>
            </a:r>
            <a:r>
              <a:rPr lang="en-US" altLang="ko-KR" sz="200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000">
                <a:latin typeface="굴림" panose="020B0600000101010101" pitchFamily="50" charset="-127"/>
                <a:ea typeface="굴림" panose="020B0600000101010101" pitchFamily="50" charset="-127"/>
              </a:rPr>
              <a:t>증강현실 사이에 존재할 수 있는 모든 방식을 통틀어 일컫는 말</a:t>
            </a:r>
          </a:p>
        </p:txBody>
      </p:sp>
      <p:pic>
        <p:nvPicPr>
          <p:cNvPr id="7" name="동영상">
            <a:hlinkClick r:id="" action="ppaction://media"/>
            <a:extLst>
              <a:ext uri="{FF2B5EF4-FFF2-40B4-BE49-F238E27FC236}">
                <a16:creationId xmlns:a16="http://schemas.microsoft.com/office/drawing/2014/main" id="{B03FB3DE-F142-C1BC-74F0-CF45168B8B4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81341" y="4410075"/>
            <a:ext cx="1891258" cy="145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6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2CFD4-5638-1A4F-0684-DC121B66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216D01-9D64-B0CE-11B3-9D8A14AB4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CC8098-7EDA-4F89-0F4A-93E89FD07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037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72CBD-5632-57D5-C6A0-408E54223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788617-57D1-0EF2-2656-B553C9A39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CF9B66-0F6E-55EF-F394-EDDB2F714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07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C30BF-4C98-5685-E006-92B4A808B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EBB802-78B5-1DEE-BCC8-5BC70DA28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2D9346-789B-0966-F0D9-3AF200341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720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1644</TotalTime>
  <Words>98</Words>
  <Application>Microsoft Office PowerPoint</Application>
  <PresentationFormat>A4 용지(210x297mm)</PresentationFormat>
  <Paragraphs>21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굴림</vt:lpstr>
      <vt:lpstr>돋움</vt:lpstr>
      <vt:lpstr>맑은 고딕</vt:lpstr>
      <vt:lpstr>Arial</vt:lpstr>
      <vt:lpstr>Calibri</vt:lpstr>
      <vt:lpstr>Wingdings</vt:lpstr>
      <vt:lpstr>Office 테마</vt:lpstr>
      <vt:lpstr>PowerPoint 프레젠테이션</vt:lpstr>
      <vt:lpstr>  목차</vt:lpstr>
      <vt:lpstr>  Ⅰ. 혼합현실(MR)이란?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영진닷컴</dc:creator>
  <cp:lastModifiedBy>영진닷컴</cp:lastModifiedBy>
  <cp:revision>6</cp:revision>
  <dcterms:created xsi:type="dcterms:W3CDTF">2023-12-06T01:53:31Z</dcterms:created>
  <dcterms:modified xsi:type="dcterms:W3CDTF">2024-01-26T09:39:45Z</dcterms:modified>
</cp:coreProperties>
</file>