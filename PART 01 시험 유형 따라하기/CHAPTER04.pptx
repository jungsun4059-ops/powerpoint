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4" autoAdjust="0"/>
    <p:restoredTop sz="94660"/>
  </p:normalViewPr>
  <p:slideViewPr>
    <p:cSldViewPr snapToGrid="0">
      <p:cViewPr>
        <p:scale>
          <a:sx n="100" d="100"/>
          <a:sy n="100" d="100"/>
        </p:scale>
        <p:origin x="13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1341</TotalTime>
  <Words>34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PowerPoint 프레젠테이션</vt:lpstr>
      <vt:lpstr>  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5</cp:revision>
  <dcterms:created xsi:type="dcterms:W3CDTF">2023-12-06T01:53:31Z</dcterms:created>
  <dcterms:modified xsi:type="dcterms:W3CDTF">2024-01-26T04:36:50Z</dcterms:modified>
</cp:coreProperties>
</file>