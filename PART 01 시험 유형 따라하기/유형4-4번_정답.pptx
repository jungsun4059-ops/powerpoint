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3146785" y="230791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0" t="34962" r="8617" b="35938"/>
          <a:stretch/>
        </p:blipFill>
        <p:spPr>
          <a:xfrm>
            <a:off x="321802" y="4092810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3146785" y="345048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3146785" y="459305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3146785" y="5709876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2568409" y="190817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1715" y="192615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슬리포노믹스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2568409" y="419331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7873" y="421129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수면 장애 환자 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인당 진료비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2568409" y="305074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81715" y="306872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불면증 유형과 숙면 유도 제품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2568409" y="5310139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73402" y="532812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3" action="ppaction://hlinksldjump"/>
              </a:rPr>
              <a:t>수면 장애 원인과 부작용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슬리포노믹스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192" y="3777945"/>
            <a:ext cx="6947848" cy="2151062"/>
          </a:xfrm>
          <a:prstGeom prst="rect">
            <a:avLst/>
          </a:prstGeom>
        </p:spPr>
        <p:txBody>
          <a:bodyPr/>
          <a:lstStyle/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슬리포노믹스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수면과 경제를 합친 합성어로 숙면을 위해 많은 돈을 지불함에 따라 성장하는 관련 산업</a:t>
            </a:r>
            <a:endParaRPr lang="en-US" altLang="ko-KR" sz="2000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수면상태를 분석하는 슬립테크와 함께 성장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611190" y="1466545"/>
            <a:ext cx="7766455" cy="2391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Sleeponomics</a:t>
            </a: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Sleeponomics is a compound word that combines 'sleep' and 'economy' and is a related industry that grows as it pays a lot of money for a good night's sleep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7230" y="4489380"/>
            <a:ext cx="1748030" cy="13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</a:t>
            </a:r>
            <a:r>
              <a:rPr lang="ko-KR" altLang="en-US" dirty="0"/>
              <a:t> 불면증 유형과 숙면 유도 제품</a:t>
            </a:r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4371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877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93908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수면 장애 증상</a:t>
            </a: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533795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 유도 제품</a:t>
            </a: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712819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슬립테크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00050" y="2327457"/>
            <a:ext cx="1257993" cy="12888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입면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400050" y="489960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조기각성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400050" y="361625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숙면유지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2589372"/>
              </p:ext>
            </p:extLst>
          </p:nvPr>
        </p:nvGraphicFramePr>
        <p:xfrm>
          <a:off x="1645989" y="2327275"/>
          <a:ext cx="7778385" cy="386089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874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잠드는 데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30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분 이상 걸리는 증상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기능 침구류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기능성 매트리스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베개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이불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생활용품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안대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양말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차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화장품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숙면기능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멘탈 케어 시스템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유도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컬러테라피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감성 조명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전문 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양압기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수면 개선 전문 용품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자는 동안 자주 깨서 숙면을 취하지 못하는 증상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너무 이른 시간에 깨서 다시 잠들지 못하는 증상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678</TotalTime>
  <Words>169</Words>
  <Application>Microsoft Office PowerPoint</Application>
  <PresentationFormat>A4 용지(210x297mm)</PresentationFormat>
  <Paragraphs>50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Sleeponomics</vt:lpstr>
      <vt:lpstr>  목차</vt:lpstr>
      <vt:lpstr>1. 슬리포노믹스</vt:lpstr>
      <vt:lpstr>2. 불면증 유형과 숙면 유도 제품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71</cp:revision>
  <dcterms:created xsi:type="dcterms:W3CDTF">2019-10-10T08:42:01Z</dcterms:created>
  <dcterms:modified xsi:type="dcterms:W3CDTF">2024-02-02T09:11:36Z</dcterms:modified>
</cp:coreProperties>
</file>