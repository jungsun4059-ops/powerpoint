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DF9E731E-3FEE-1D6A-6EC3-CA0122511138}"/>
              </a:ext>
            </a:extLst>
          </p:cNvPr>
          <p:cNvSpPr/>
          <p:nvPr userDrawn="1"/>
        </p:nvSpPr>
        <p:spPr>
          <a:xfrm flipH="1">
            <a:off x="0" y="600635"/>
            <a:ext cx="9906000" cy="552662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빗면 7">
            <a:extLst>
              <a:ext uri="{FF2B5EF4-FFF2-40B4-BE49-F238E27FC236}">
                <a16:creationId xmlns:a16="http://schemas.microsoft.com/office/drawing/2014/main" id="{54899E65-DB58-365F-E83C-F82FFB31FE09}"/>
              </a:ext>
            </a:extLst>
          </p:cNvPr>
          <p:cNvSpPr/>
          <p:nvPr userDrawn="1"/>
        </p:nvSpPr>
        <p:spPr>
          <a:xfrm flipH="1">
            <a:off x="1147725" y="0"/>
            <a:ext cx="7610550" cy="115329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512B37-9BAB-DD61-6392-CC3E01BE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4" y="6257241"/>
            <a:ext cx="1479665" cy="5472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676058-C2F6-CE06-4361-207B7E81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936274"/>
            <a:ext cx="9906000" cy="2921726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763" y="1532811"/>
            <a:ext cx="5922474" cy="1466170"/>
          </a:xfrm>
        </p:spPr>
        <p:txBody>
          <a:bodyPr>
            <a:prstTxWarp prst="textChevronInverted">
              <a:avLst/>
            </a:prstTxWarp>
          </a:bodyPr>
          <a:lstStyle/>
          <a:p>
            <a:r>
              <a:rPr lang="en-US" altLang="ko-KR" sz="6000" b="1" dirty="0">
                <a:effectLst>
                  <a:reflection blurRad="6350" stA="60000" endA="900" endPos="58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Chronic Fatigue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618" y="44125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1" t="32879" b="32974"/>
          <a:stretch/>
        </p:blipFill>
        <p:spPr>
          <a:xfrm>
            <a:off x="7401586" y="1897319"/>
            <a:ext cx="1727019" cy="1600201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1464722" y="2350078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6367" y="1897319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정의</a:t>
            </a:r>
          </a:p>
        </p:txBody>
      </p:sp>
      <p:sp>
        <p:nvSpPr>
          <p:cNvPr id="3" name="사각형: 둥근 한쪽 모서리 2"/>
          <p:cNvSpPr/>
          <p:nvPr/>
        </p:nvSpPr>
        <p:spPr>
          <a:xfrm>
            <a:off x="950614" y="1861427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464722" y="3431455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67" y="2978696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유발과 증상</a:t>
            </a:r>
          </a:p>
        </p:txBody>
      </p:sp>
      <p:sp>
        <p:nvSpPr>
          <p:cNvPr id="29" name="사각형: 둥근 한쪽 모서리 28"/>
          <p:cNvSpPr/>
          <p:nvPr/>
        </p:nvSpPr>
        <p:spPr>
          <a:xfrm>
            <a:off x="950614" y="2942804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464722" y="4512832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06367" y="4060073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직장인의 만성피로</a:t>
            </a:r>
          </a:p>
        </p:txBody>
      </p:sp>
      <p:sp>
        <p:nvSpPr>
          <p:cNvPr id="36" name="사각형: 둥근 한쪽 모서리 35"/>
          <p:cNvSpPr/>
          <p:nvPr/>
        </p:nvSpPr>
        <p:spPr>
          <a:xfrm>
            <a:off x="950614" y="4024181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464722" y="5594210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806367" y="5141451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만성피로의 치료 및 예방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3" name="사각형: 둥근 한쪽 모서리 42"/>
          <p:cNvSpPr/>
          <p:nvPr/>
        </p:nvSpPr>
        <p:spPr>
          <a:xfrm>
            <a:off x="950614" y="5105559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만성피로의 정의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4155" y="1582842"/>
            <a:ext cx="8963582" cy="2348466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한양신명조,한컴돋움"/>
              </a:rPr>
              <a:t>Chronic fatigue syndrome</a:t>
            </a: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Self-reported impairment in short-term memory or concentration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Tender cervical or axillary nodes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Post-exertional malaise lasting more than 24 hours 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34155" y="3968075"/>
            <a:ext cx="6711772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만성피로증후군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 indent="-325438" latinLnBrk="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특별한 원인이 밝혀지지 않은 상태로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 일을 줄이고 휴식을 취해도 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6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개월 이상 지속되거나 반복되는 심한 피로 증상</a:t>
            </a:r>
            <a:endParaRPr lang="en-US" altLang="ko-KR" sz="2000" dirty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16537" y="4471479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 </a:t>
            </a:r>
            <a:r>
              <a:rPr lang="ko-KR" altLang="en-US" dirty="0">
                <a:cs typeface="+mn-cs"/>
              </a:rPr>
              <a:t>만성피로의 유발과 증상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39664" y="1489869"/>
            <a:ext cx="3888000" cy="842962"/>
          </a:xfrm>
          <a:prstGeom prst="snip1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39664" y="1489868"/>
            <a:ext cx="3888000" cy="844089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유발 가능 원인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496518" y="2327457"/>
            <a:ext cx="1152000" cy="1944000"/>
          </a:xfrm>
          <a:prstGeom prst="round2Diag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관련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오각형 12">
            <a:extLst>
              <a:ext uri="{FF2B5EF4-FFF2-40B4-BE49-F238E27FC236}">
                <a16:creationId xmlns:a16="http://schemas.microsoft.com/office/drawing/2014/main" id="{59C878A6-859E-5A0E-E02C-361DEE52FCD2}"/>
              </a:ext>
            </a:extLst>
          </p:cNvPr>
          <p:cNvSpPr/>
          <p:nvPr/>
        </p:nvSpPr>
        <p:spPr>
          <a:xfrm flipH="1">
            <a:off x="496518" y="4271457"/>
            <a:ext cx="1152000" cy="1944000"/>
          </a:xfrm>
          <a:prstGeom prst="round2Diag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관련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질환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한쪽 모서리가 잘린 사각형 6">
            <a:extLst>
              <a:ext uri="{FF2B5EF4-FFF2-40B4-BE49-F238E27FC236}">
                <a16:creationId xmlns:a16="http://schemas.microsoft.com/office/drawing/2014/main" id="{AA7244A7-08CD-EDF4-4EB9-D798C506DF07}"/>
              </a:ext>
            </a:extLst>
          </p:cNvPr>
          <p:cNvSpPr/>
          <p:nvPr/>
        </p:nvSpPr>
        <p:spPr>
          <a:xfrm>
            <a:off x="5527664" y="1489869"/>
            <a:ext cx="3888000" cy="842962"/>
          </a:xfrm>
          <a:prstGeom prst="snip1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73D03FDA-747A-7FD3-B079-77D440F60467}"/>
              </a:ext>
            </a:extLst>
          </p:cNvPr>
          <p:cNvSpPr/>
          <p:nvPr/>
        </p:nvSpPr>
        <p:spPr>
          <a:xfrm>
            <a:off x="5527664" y="1489868"/>
            <a:ext cx="3888000" cy="844089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증상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50145453"/>
              </p:ext>
            </p:extLst>
          </p:nvPr>
        </p:nvGraphicFramePr>
        <p:xfrm>
          <a:off x="1645988" y="2327275"/>
          <a:ext cx="7778386" cy="389118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889193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3889193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9732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우울증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err="1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불안증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신체화 장애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운동 후 심한 피로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신경안정제 등 약물 부작용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집중력 저하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기억력 장애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내분비 및 대사 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장애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위장 장애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19997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결핵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간염 등 감염 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두통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근육통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관절통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전신 통증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  <a:latin typeface="굴림" pitchFamily="50" charset="-127"/>
            <a:ea typeface="굴림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992</TotalTime>
  <Words>124</Words>
  <Application>Microsoft Office PowerPoint</Application>
  <PresentationFormat>A4 용지(210x297mm)</PresentationFormat>
  <Paragraphs>37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Chronic Fatigue</vt:lpstr>
      <vt:lpstr>  목차</vt:lpstr>
      <vt:lpstr>1. 만성피로의 정의</vt:lpstr>
      <vt:lpstr>2. 만성피로의 유발과 증상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101</cp:revision>
  <dcterms:created xsi:type="dcterms:W3CDTF">2019-10-10T08:42:01Z</dcterms:created>
  <dcterms:modified xsi:type="dcterms:W3CDTF">2024-02-02T09:12:07Z</dcterms:modified>
</cp:coreProperties>
</file>