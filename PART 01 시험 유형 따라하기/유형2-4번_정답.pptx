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gif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9" r:id="rId2"/>
    <p:sldId id="258" r:id="rId3"/>
    <p:sldId id="260" r:id="rId4"/>
    <p:sldId id="261" r:id="rId5"/>
    <p:sldId id="262" r:id="rId6"/>
    <p:sldId id="263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C3E6"/>
    <a:srgbClr val="4472C4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30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69402" y="6355580"/>
            <a:ext cx="2228850" cy="365125"/>
          </a:xfrm>
        </p:spPr>
        <p:txBody>
          <a:bodyPr/>
          <a:lstStyle>
            <a:lvl1pPr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한쪽 모서리는 잘리고 다른 쪽 모서리는 둥근 사각형 7">
            <a:extLst>
              <a:ext uri="{FF2B5EF4-FFF2-40B4-BE49-F238E27FC236}">
                <a16:creationId xmlns:a16="http://schemas.microsoft.com/office/drawing/2014/main" id="{C29A65C3-567C-C70A-DD4E-FD58ED8A9C09}"/>
              </a:ext>
            </a:extLst>
          </p:cNvPr>
          <p:cNvSpPr/>
          <p:nvPr userDrawn="1"/>
        </p:nvSpPr>
        <p:spPr>
          <a:xfrm>
            <a:off x="-1" y="571500"/>
            <a:ext cx="9906001" cy="5817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한쪽 모서리는 잘리고 다른 쪽 모서리는 둥근 사각형 7">
            <a:extLst>
              <a:ext uri="{FF2B5EF4-FFF2-40B4-BE49-F238E27FC236}">
                <a16:creationId xmlns:a16="http://schemas.microsoft.com/office/drawing/2014/main" id="{FEB4E838-9478-5CBF-ED45-08404FC5B79B}"/>
              </a:ext>
            </a:extLst>
          </p:cNvPr>
          <p:cNvSpPr/>
          <p:nvPr userDrawn="1"/>
        </p:nvSpPr>
        <p:spPr>
          <a:xfrm flipH="1">
            <a:off x="289559" y="0"/>
            <a:ext cx="9326881" cy="1153297"/>
          </a:xfrm>
          <a:prstGeom prst="notched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BB44B21-CDFB-17B7-46DA-CB2639DC8F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6265307"/>
            <a:ext cx="1479665" cy="54721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EBFF6C0-F4B9-8D80-0403-CB8F3B268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" y="0"/>
            <a:ext cx="9899849" cy="1153297"/>
          </a:xfrm>
          <a:prstGeom prst="rect">
            <a:avLst/>
          </a:prstGeom>
        </p:spPr>
        <p:txBody>
          <a:bodyPr anchor="ctr"/>
          <a:lstStyle>
            <a:lvl1pPr algn="ctr">
              <a:defRPr sz="4000" b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각 삼각형 4">
            <a:extLst>
              <a:ext uri="{FF2B5EF4-FFF2-40B4-BE49-F238E27FC236}">
                <a16:creationId xmlns:a16="http://schemas.microsoft.com/office/drawing/2014/main" id="{CE9E7CAA-EB8F-8429-45B3-BF5F58F0F538}"/>
              </a:ext>
            </a:extLst>
          </p:cNvPr>
          <p:cNvSpPr/>
          <p:nvPr/>
        </p:nvSpPr>
        <p:spPr>
          <a:xfrm>
            <a:off x="0" y="0"/>
            <a:ext cx="5804452" cy="6858000"/>
          </a:xfrm>
          <a:prstGeom prst="rtTriangle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418" y="2471596"/>
            <a:ext cx="7522390" cy="2006799"/>
          </a:xfrm>
        </p:spPr>
        <p:txBody>
          <a:bodyPr>
            <a:prstTxWarp prst="textSlantUp">
              <a:avLst/>
            </a:prstTxWarp>
          </a:bodyPr>
          <a:lstStyle/>
          <a:p>
            <a:r>
              <a:rPr lang="en-US" altLang="ko-KR" b="1" dirty="0">
                <a:effectLst>
                  <a:reflection blurRad="6350" stA="50000" endA="300" endPos="50000" dist="29997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Sleeponomics</a:t>
            </a:r>
            <a:endParaRPr lang="ko-KR" altLang="en-US" b="1" dirty="0">
              <a:effectLst>
                <a:reflection blurRad="6350" stA="50000" endA="300" endPos="50000" dist="29997" dir="5400000" sy="-100000" algn="bl" rotWithShape="0"/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417A86-4430-4B4F-A502-D670DF6CC75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901" y="73457"/>
            <a:ext cx="2181080" cy="80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한쪽 모서리가 잘린 사각형 2">
            <a:extLst>
              <a:ext uri="{FF2B5EF4-FFF2-40B4-BE49-F238E27FC236}">
                <a16:creationId xmlns:a16="http://schemas.microsoft.com/office/drawing/2014/main" id="{828296BA-9BCB-66A3-49D7-12AE1D403613}"/>
              </a:ext>
            </a:extLst>
          </p:cNvPr>
          <p:cNvSpPr/>
          <p:nvPr/>
        </p:nvSpPr>
        <p:spPr>
          <a:xfrm flipH="1">
            <a:off x="3146785" y="2307913"/>
            <a:ext cx="6005944" cy="242867"/>
          </a:xfrm>
          <a:prstGeom prst="corner">
            <a:avLst/>
          </a:prstGeom>
          <a:solidFill>
            <a:srgbClr val="FFD96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  목차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FDC00CE-D75A-49E0-A109-492C77298C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40" t="34962" r="8617" b="35938"/>
          <a:stretch/>
        </p:blipFill>
        <p:spPr>
          <a:xfrm>
            <a:off x="321802" y="4092810"/>
            <a:ext cx="1829116" cy="1820487"/>
          </a:xfrm>
          <a:prstGeom prst="rect">
            <a:avLst/>
          </a:prstGeom>
        </p:spPr>
      </p:pic>
      <p:sp>
        <p:nvSpPr>
          <p:cNvPr id="10" name="한쪽 모서리가 잘린 사각형 2">
            <a:extLst>
              <a:ext uri="{FF2B5EF4-FFF2-40B4-BE49-F238E27FC236}">
                <a16:creationId xmlns:a16="http://schemas.microsoft.com/office/drawing/2014/main" id="{8FF272AB-48D8-78A8-AD04-4D2A88C82B04}"/>
              </a:ext>
            </a:extLst>
          </p:cNvPr>
          <p:cNvSpPr/>
          <p:nvPr/>
        </p:nvSpPr>
        <p:spPr>
          <a:xfrm flipH="1">
            <a:off x="3146785" y="3450483"/>
            <a:ext cx="6005944" cy="242867"/>
          </a:xfrm>
          <a:prstGeom prst="corner">
            <a:avLst/>
          </a:prstGeom>
          <a:solidFill>
            <a:srgbClr val="FFD96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1" name="한쪽 모서리가 잘린 사각형 2">
            <a:extLst>
              <a:ext uri="{FF2B5EF4-FFF2-40B4-BE49-F238E27FC236}">
                <a16:creationId xmlns:a16="http://schemas.microsoft.com/office/drawing/2014/main" id="{EE992EB5-9C8F-3808-FF20-DD7D34E125CA}"/>
              </a:ext>
            </a:extLst>
          </p:cNvPr>
          <p:cNvSpPr/>
          <p:nvPr/>
        </p:nvSpPr>
        <p:spPr>
          <a:xfrm flipH="1">
            <a:off x="3146785" y="4593053"/>
            <a:ext cx="6005944" cy="242867"/>
          </a:xfrm>
          <a:prstGeom prst="corner">
            <a:avLst/>
          </a:prstGeom>
          <a:solidFill>
            <a:srgbClr val="FFD96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2" name="한쪽 모서리가 잘린 사각형 2">
            <a:extLst>
              <a:ext uri="{FF2B5EF4-FFF2-40B4-BE49-F238E27FC236}">
                <a16:creationId xmlns:a16="http://schemas.microsoft.com/office/drawing/2014/main" id="{7F29ED3A-1E3E-07CA-DF71-CD7E6CBE2201}"/>
              </a:ext>
            </a:extLst>
          </p:cNvPr>
          <p:cNvSpPr/>
          <p:nvPr/>
        </p:nvSpPr>
        <p:spPr>
          <a:xfrm flipH="1">
            <a:off x="3146785" y="5709876"/>
            <a:ext cx="6005944" cy="242867"/>
          </a:xfrm>
          <a:prstGeom prst="corner">
            <a:avLst/>
          </a:prstGeom>
          <a:solidFill>
            <a:srgbClr val="FFD96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" name="한쪽 모서리가 잘린 사각형 2"/>
          <p:cNvSpPr/>
          <p:nvPr/>
        </p:nvSpPr>
        <p:spPr>
          <a:xfrm>
            <a:off x="2568409" y="1908176"/>
            <a:ext cx="1408702" cy="642604"/>
          </a:xfrm>
          <a:prstGeom prst="hexagon">
            <a:avLst/>
          </a:prstGeom>
          <a:solidFill>
            <a:srgbClr val="4472C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81715" y="1926157"/>
            <a:ext cx="46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슬리포노믹스</a:t>
            </a:r>
          </a:p>
        </p:txBody>
      </p:sp>
      <p:sp>
        <p:nvSpPr>
          <p:cNvPr id="28" name="한쪽 모서리가 잘린 사각형 27"/>
          <p:cNvSpPr/>
          <p:nvPr/>
        </p:nvSpPr>
        <p:spPr>
          <a:xfrm>
            <a:off x="2568409" y="4193316"/>
            <a:ext cx="1408702" cy="642604"/>
          </a:xfrm>
          <a:prstGeom prst="hexagon">
            <a:avLst/>
          </a:prstGeom>
          <a:solidFill>
            <a:srgbClr val="4472C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3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907873" y="4211297"/>
            <a:ext cx="46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수면 장애 환자 </a:t>
            </a:r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인당 진료비</a:t>
            </a:r>
          </a:p>
        </p:txBody>
      </p:sp>
      <p:sp>
        <p:nvSpPr>
          <p:cNvPr id="33" name="한쪽 모서리가 잘린 사각형 32"/>
          <p:cNvSpPr/>
          <p:nvPr/>
        </p:nvSpPr>
        <p:spPr>
          <a:xfrm>
            <a:off x="2568409" y="3050746"/>
            <a:ext cx="1408702" cy="642604"/>
          </a:xfrm>
          <a:prstGeom prst="hexagon">
            <a:avLst/>
          </a:prstGeom>
          <a:solidFill>
            <a:srgbClr val="4472C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2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981715" y="3068727"/>
            <a:ext cx="46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불면증 유형과 숙면 유도 제품</a:t>
            </a:r>
          </a:p>
        </p:txBody>
      </p:sp>
      <p:sp>
        <p:nvSpPr>
          <p:cNvPr id="38" name="한쪽 모서리가 잘린 사각형 37"/>
          <p:cNvSpPr/>
          <p:nvPr/>
        </p:nvSpPr>
        <p:spPr>
          <a:xfrm>
            <a:off x="2568409" y="5310139"/>
            <a:ext cx="1408702" cy="642604"/>
          </a:xfrm>
          <a:prstGeom prst="hexagon">
            <a:avLst/>
          </a:prstGeom>
          <a:solidFill>
            <a:srgbClr val="4472C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4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973402" y="5328120"/>
            <a:ext cx="46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  <a:hlinkClick r:id="rId3" action="ppaction://hlinksldjump"/>
              </a:rPr>
              <a:t>수면 장애 원인과 부작용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821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165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684</TotalTime>
  <Words>28</Words>
  <Application>Microsoft Office PowerPoint</Application>
  <PresentationFormat>A4 용지(210x297mm)</PresentationFormat>
  <Paragraphs>15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굴림</vt:lpstr>
      <vt:lpstr>돋움</vt:lpstr>
      <vt:lpstr>맑은 고딕</vt:lpstr>
      <vt:lpstr>Arial</vt:lpstr>
      <vt:lpstr>Calibri</vt:lpstr>
      <vt:lpstr>Office 테마</vt:lpstr>
      <vt:lpstr>Sleeponomics</vt:lpstr>
      <vt:lpstr>  목차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영진닷컴</cp:lastModifiedBy>
  <cp:revision>73</cp:revision>
  <dcterms:created xsi:type="dcterms:W3CDTF">2019-10-10T08:42:01Z</dcterms:created>
  <dcterms:modified xsi:type="dcterms:W3CDTF">2024-02-02T09:17:03Z</dcterms:modified>
</cp:coreProperties>
</file>