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0" autoAdjust="0"/>
    <p:restoredTop sz="94660"/>
  </p:normalViewPr>
  <p:slideViewPr>
    <p:cSldViewPr snapToGrid="0">
      <p:cViewPr>
        <p:scale>
          <a:sx n="100" d="100"/>
          <a:sy n="100" d="100"/>
        </p:scale>
        <p:origin x="13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VR 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및 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MR 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시장규모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: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억원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endParaRPr lang="ko-KR" altLang="en-US" sz="2400" b="1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 w="9525"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2014년</c:v>
                </c:pt>
                <c:pt idx="1">
                  <c:v>2015년</c:v>
                </c:pt>
                <c:pt idx="2">
                  <c:v>2016년</c:v>
                </c:pt>
                <c:pt idx="3">
                  <c:v>2017년</c:v>
                </c:pt>
                <c:pt idx="4">
                  <c:v>2018년</c:v>
                </c:pt>
              </c:strCache>
            </c:strRef>
          </c:cat>
          <c:val>
            <c:numRef>
              <c:f>Sheet1!$B$2:$F$2</c:f>
              <c:numCache>
                <c:formatCode>#,##0_ </c:formatCode>
                <c:ptCount val="5"/>
                <c:pt idx="0">
                  <c:v>20340</c:v>
                </c:pt>
                <c:pt idx="1">
                  <c:v>41000</c:v>
                </c:pt>
                <c:pt idx="2">
                  <c:v>74000</c:v>
                </c:pt>
                <c:pt idx="3">
                  <c:v>133000</c:v>
                </c:pt>
                <c:pt idx="4">
                  <c:v>240000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38-44C0-88FA-F2E75CE6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9414608"/>
        <c:axId val="96010824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MR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12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C6-45B1-9327-724F83263E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2014년</c:v>
                </c:pt>
                <c:pt idx="1">
                  <c:v>2015년</c:v>
                </c:pt>
                <c:pt idx="2">
                  <c:v>2016년</c:v>
                </c:pt>
                <c:pt idx="3">
                  <c:v>2017년</c:v>
                </c:pt>
                <c:pt idx="4">
                  <c:v>2018년</c:v>
                </c:pt>
              </c:strCache>
            </c:strRef>
          </c:cat>
          <c:val>
            <c:numRef>
              <c:f>Sheet1!$B$3:$F$3</c:f>
              <c:numCache>
                <c:formatCode>#,##0_ </c:formatCode>
                <c:ptCount val="5"/>
                <c:pt idx="0">
                  <c:v>2015</c:v>
                </c:pt>
                <c:pt idx="1">
                  <c:v>4500</c:v>
                </c:pt>
                <c:pt idx="2">
                  <c:v>7792</c:v>
                </c:pt>
                <c:pt idx="3">
                  <c:v>13226</c:v>
                </c:pt>
                <c:pt idx="4">
                  <c:v>22451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38-44C0-88FA-F2E75CE6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4407215"/>
        <c:axId val="1793003215"/>
      </c:lineChart>
      <c:catAx>
        <c:axId val="101941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960108240"/>
        <c:crosses val="autoZero"/>
        <c:auto val="1"/>
        <c:lblAlgn val="ctr"/>
        <c:lblOffset val="100"/>
        <c:noMultiLvlLbl val="0"/>
      </c:catAx>
      <c:valAx>
        <c:axId val="960108240"/>
        <c:scaling>
          <c:orientation val="minMax"/>
        </c:scaling>
        <c:delete val="0"/>
        <c:axPos val="l"/>
        <c:numFmt formatCode="#,##0_ 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019414608"/>
        <c:crosses val="autoZero"/>
        <c:crossBetween val="between"/>
      </c:valAx>
      <c:valAx>
        <c:axId val="1793003215"/>
        <c:scaling>
          <c:orientation val="minMax"/>
          <c:max val="30000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564407215"/>
        <c:crosses val="max"/>
        <c:crossBetween val="between"/>
        <c:majorUnit val="10000"/>
      </c:valAx>
      <c:catAx>
        <c:axId val="15644072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93003215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>
        <a:alpha val="93000"/>
      </a:srgbClr>
    </a:solidFill>
    <a:ln w="9525"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48936A-A02C-43A2-99A3-34F4FEE9D669}" type="doc">
      <dgm:prSet loTypeId="urn:microsoft.com/office/officeart/2005/8/layout/radial4" loCatId="relationship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BAC8420D-B69D-4D5A-80CF-D88E52BE7FAA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혼합</a:t>
          </a:r>
          <a:br>
            <a:rPr lang="en-US" altLang="ko-KR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gm:t>
    </dgm:pt>
    <dgm:pt modelId="{50F31AA1-40A4-4DB1-A5DA-195040D4C232}" type="parTrans" cxnId="{6BF04DCB-143B-43A7-ACC3-5D0C0A974CD1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D9E1F20-93B9-4927-9749-9D29CCEEF991}" type="sibTrans" cxnId="{6BF04DCB-143B-43A7-ACC3-5D0C0A974CD1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5349E63-7F37-4C42-A8A1-3E76D73A850B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gm:t>
    </dgm:pt>
    <dgm:pt modelId="{6F1CFE93-02E4-4082-90D2-12F361B78430}" type="parTrans" cxnId="{B62F537A-8F85-40C0-8584-BBBDD1A676F0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DFA22E0-AB03-42A6-A2F5-85D680595132}" type="sibTrans" cxnId="{B62F537A-8F85-40C0-8584-BBBDD1A676F0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B280AC7-E61E-49DA-BA38-F9EB1BF9C574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증강</a:t>
          </a:r>
          <a:br>
            <a:rPr lang="en-US" altLang="ko-KR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gm:t>
    </dgm:pt>
    <dgm:pt modelId="{46AB8285-82B5-4AB3-B64A-78580FD39202}" type="parTrans" cxnId="{130A0AA8-3603-450C-9EC2-8400BA9AD502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95149C80-B671-4C6C-BCF2-50D6CBDCB94E}" type="sibTrans" cxnId="{130A0AA8-3603-450C-9EC2-8400BA9AD502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52A5ED9-2ED8-45BF-9128-AA30D083714D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가상</a:t>
          </a:r>
          <a:br>
            <a:rPr lang="en-US" altLang="ko-KR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gm:t>
    </dgm:pt>
    <dgm:pt modelId="{44773C3D-5302-47E4-80A3-DAF7C0AAF138}" type="parTrans" cxnId="{FC852B9A-8453-442D-92FB-9DB8F12CC5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21B5DE6-4FDC-417F-A16A-48A6ED26260C}" type="sibTrans" cxnId="{FC852B9A-8453-442D-92FB-9DB8F12CC5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4BD72CD-E1C9-4356-855A-ABD519F0D096}" type="pres">
      <dgm:prSet presAssocID="{CB48936A-A02C-43A2-99A3-34F4FEE9D66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508AC5A-E689-4070-B863-3B1647FEBE75}" type="pres">
      <dgm:prSet presAssocID="{BAC8420D-B69D-4D5A-80CF-D88E52BE7FAA}" presName="centerShape" presStyleLbl="node0" presStyleIdx="0" presStyleCnt="1"/>
      <dgm:spPr/>
    </dgm:pt>
    <dgm:pt modelId="{233FBBAC-096F-49EF-A496-66A88335C568}" type="pres">
      <dgm:prSet presAssocID="{6F1CFE93-02E4-4082-90D2-12F361B78430}" presName="parTrans" presStyleLbl="bgSibTrans2D1" presStyleIdx="0" presStyleCnt="3"/>
      <dgm:spPr/>
    </dgm:pt>
    <dgm:pt modelId="{42E14BF4-8C94-4DFC-B612-B955CDC8D196}" type="pres">
      <dgm:prSet presAssocID="{E5349E63-7F37-4C42-A8A1-3E76D73A850B}" presName="node" presStyleLbl="node1" presStyleIdx="0" presStyleCnt="3">
        <dgm:presLayoutVars>
          <dgm:bulletEnabled val="1"/>
        </dgm:presLayoutVars>
      </dgm:prSet>
      <dgm:spPr/>
    </dgm:pt>
    <dgm:pt modelId="{23770CFF-4043-41AD-85D2-3F5FE6DE7569}" type="pres">
      <dgm:prSet presAssocID="{46AB8285-82B5-4AB3-B64A-78580FD39202}" presName="parTrans" presStyleLbl="bgSibTrans2D1" presStyleIdx="1" presStyleCnt="3"/>
      <dgm:spPr/>
    </dgm:pt>
    <dgm:pt modelId="{50DE4675-C982-47E2-9D5B-BBB6CE73F3B1}" type="pres">
      <dgm:prSet presAssocID="{3B280AC7-E61E-49DA-BA38-F9EB1BF9C574}" presName="node" presStyleLbl="node1" presStyleIdx="1" presStyleCnt="3">
        <dgm:presLayoutVars>
          <dgm:bulletEnabled val="1"/>
        </dgm:presLayoutVars>
      </dgm:prSet>
      <dgm:spPr/>
    </dgm:pt>
    <dgm:pt modelId="{538EFF76-6EB0-454F-A498-C57F64FE2ABB}" type="pres">
      <dgm:prSet presAssocID="{44773C3D-5302-47E4-80A3-DAF7C0AAF138}" presName="parTrans" presStyleLbl="bgSibTrans2D1" presStyleIdx="2" presStyleCnt="3"/>
      <dgm:spPr/>
    </dgm:pt>
    <dgm:pt modelId="{B7C0C551-80AF-499B-BC76-6A3C7FD4F1E2}" type="pres">
      <dgm:prSet presAssocID="{A52A5ED9-2ED8-45BF-9128-AA30D083714D}" presName="node" presStyleLbl="node1" presStyleIdx="2" presStyleCnt="3">
        <dgm:presLayoutVars>
          <dgm:bulletEnabled val="1"/>
        </dgm:presLayoutVars>
      </dgm:prSet>
      <dgm:spPr/>
    </dgm:pt>
  </dgm:ptLst>
  <dgm:cxnLst>
    <dgm:cxn modelId="{8FCE8801-1591-44CA-B4E0-F10DD0EAD8E6}" type="presOf" srcId="{6F1CFE93-02E4-4082-90D2-12F361B78430}" destId="{233FBBAC-096F-49EF-A496-66A88335C568}" srcOrd="0" destOrd="0" presId="urn:microsoft.com/office/officeart/2005/8/layout/radial4"/>
    <dgm:cxn modelId="{F70F9A31-0A58-4D75-9E9E-6BBB1FF7CB90}" type="presOf" srcId="{3B280AC7-E61E-49DA-BA38-F9EB1BF9C574}" destId="{50DE4675-C982-47E2-9D5B-BBB6CE73F3B1}" srcOrd="0" destOrd="0" presId="urn:microsoft.com/office/officeart/2005/8/layout/radial4"/>
    <dgm:cxn modelId="{81070F37-1486-4D8C-BB66-011992B37A91}" type="presOf" srcId="{46AB8285-82B5-4AB3-B64A-78580FD39202}" destId="{23770CFF-4043-41AD-85D2-3F5FE6DE7569}" srcOrd="0" destOrd="0" presId="urn:microsoft.com/office/officeart/2005/8/layout/radial4"/>
    <dgm:cxn modelId="{01C61575-222D-4C6A-B597-24868031AEBD}" type="presOf" srcId="{E5349E63-7F37-4C42-A8A1-3E76D73A850B}" destId="{42E14BF4-8C94-4DFC-B612-B955CDC8D196}" srcOrd="0" destOrd="0" presId="urn:microsoft.com/office/officeart/2005/8/layout/radial4"/>
    <dgm:cxn modelId="{B62F537A-8F85-40C0-8584-BBBDD1A676F0}" srcId="{BAC8420D-B69D-4D5A-80CF-D88E52BE7FAA}" destId="{E5349E63-7F37-4C42-A8A1-3E76D73A850B}" srcOrd="0" destOrd="0" parTransId="{6F1CFE93-02E4-4082-90D2-12F361B78430}" sibTransId="{0DFA22E0-AB03-42A6-A2F5-85D680595132}"/>
    <dgm:cxn modelId="{FC852B9A-8453-442D-92FB-9DB8F12CC58A}" srcId="{BAC8420D-B69D-4D5A-80CF-D88E52BE7FAA}" destId="{A52A5ED9-2ED8-45BF-9128-AA30D083714D}" srcOrd="2" destOrd="0" parTransId="{44773C3D-5302-47E4-80A3-DAF7C0AAF138}" sibTransId="{D21B5DE6-4FDC-417F-A16A-48A6ED26260C}"/>
    <dgm:cxn modelId="{130A0AA8-3603-450C-9EC2-8400BA9AD502}" srcId="{BAC8420D-B69D-4D5A-80CF-D88E52BE7FAA}" destId="{3B280AC7-E61E-49DA-BA38-F9EB1BF9C574}" srcOrd="1" destOrd="0" parTransId="{46AB8285-82B5-4AB3-B64A-78580FD39202}" sibTransId="{95149C80-B671-4C6C-BCF2-50D6CBDCB94E}"/>
    <dgm:cxn modelId="{4989C0A8-AAB5-499E-92ED-013335659517}" type="presOf" srcId="{44773C3D-5302-47E4-80A3-DAF7C0AAF138}" destId="{538EFF76-6EB0-454F-A498-C57F64FE2ABB}" srcOrd="0" destOrd="0" presId="urn:microsoft.com/office/officeart/2005/8/layout/radial4"/>
    <dgm:cxn modelId="{AE99CBAF-13A5-4624-A3DA-91DAB7B00599}" type="presOf" srcId="{A52A5ED9-2ED8-45BF-9128-AA30D083714D}" destId="{B7C0C551-80AF-499B-BC76-6A3C7FD4F1E2}" srcOrd="0" destOrd="0" presId="urn:microsoft.com/office/officeart/2005/8/layout/radial4"/>
    <dgm:cxn modelId="{6BF04DCB-143B-43A7-ACC3-5D0C0A974CD1}" srcId="{CB48936A-A02C-43A2-99A3-34F4FEE9D669}" destId="{BAC8420D-B69D-4D5A-80CF-D88E52BE7FAA}" srcOrd="0" destOrd="0" parTransId="{50F31AA1-40A4-4DB1-A5DA-195040D4C232}" sibTransId="{DD9E1F20-93B9-4927-9749-9D29CCEEF991}"/>
    <dgm:cxn modelId="{0B1496CE-E840-4739-A215-7CF57C7D7FCD}" type="presOf" srcId="{CB48936A-A02C-43A2-99A3-34F4FEE9D669}" destId="{14BD72CD-E1C9-4356-855A-ABD519F0D096}" srcOrd="0" destOrd="0" presId="urn:microsoft.com/office/officeart/2005/8/layout/radial4"/>
    <dgm:cxn modelId="{B080D2CE-5F6C-4A5A-888C-831A869046CA}" type="presOf" srcId="{BAC8420D-B69D-4D5A-80CF-D88E52BE7FAA}" destId="{7508AC5A-E689-4070-B863-3B1647FEBE75}" srcOrd="0" destOrd="0" presId="urn:microsoft.com/office/officeart/2005/8/layout/radial4"/>
    <dgm:cxn modelId="{344495C2-F25E-47DD-A3EC-0547239067FE}" type="presParOf" srcId="{14BD72CD-E1C9-4356-855A-ABD519F0D096}" destId="{7508AC5A-E689-4070-B863-3B1647FEBE75}" srcOrd="0" destOrd="0" presId="urn:microsoft.com/office/officeart/2005/8/layout/radial4"/>
    <dgm:cxn modelId="{9C8A1F5B-B9B9-4A86-A543-14E0DA84CE4E}" type="presParOf" srcId="{14BD72CD-E1C9-4356-855A-ABD519F0D096}" destId="{233FBBAC-096F-49EF-A496-66A88335C568}" srcOrd="1" destOrd="0" presId="urn:microsoft.com/office/officeart/2005/8/layout/radial4"/>
    <dgm:cxn modelId="{51416BB7-2A7C-4AC4-9957-74DA0E936956}" type="presParOf" srcId="{14BD72CD-E1C9-4356-855A-ABD519F0D096}" destId="{42E14BF4-8C94-4DFC-B612-B955CDC8D196}" srcOrd="2" destOrd="0" presId="urn:microsoft.com/office/officeart/2005/8/layout/radial4"/>
    <dgm:cxn modelId="{7E398403-F13F-48CE-A480-DE63288CDD2D}" type="presParOf" srcId="{14BD72CD-E1C9-4356-855A-ABD519F0D096}" destId="{23770CFF-4043-41AD-85D2-3F5FE6DE7569}" srcOrd="3" destOrd="0" presId="urn:microsoft.com/office/officeart/2005/8/layout/radial4"/>
    <dgm:cxn modelId="{71D6AECA-53A0-4B23-A74C-8E310972869D}" type="presParOf" srcId="{14BD72CD-E1C9-4356-855A-ABD519F0D096}" destId="{50DE4675-C982-47E2-9D5B-BBB6CE73F3B1}" srcOrd="4" destOrd="0" presId="urn:microsoft.com/office/officeart/2005/8/layout/radial4"/>
    <dgm:cxn modelId="{D3E57B62-6793-4FFF-888A-B4F2989C180E}" type="presParOf" srcId="{14BD72CD-E1C9-4356-855A-ABD519F0D096}" destId="{538EFF76-6EB0-454F-A498-C57F64FE2ABB}" srcOrd="5" destOrd="0" presId="urn:microsoft.com/office/officeart/2005/8/layout/radial4"/>
    <dgm:cxn modelId="{97387568-BE3E-4E99-AEBA-642941143823}" type="presParOf" srcId="{14BD72CD-E1C9-4356-855A-ABD519F0D096}" destId="{B7C0C551-80AF-499B-BC76-6A3C7FD4F1E2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0BC77D-02B1-4B13-948D-3C9763956CDA}" type="doc">
      <dgm:prSet loTypeId="urn:microsoft.com/office/officeart/2005/8/layout/venn3" loCatId="relationship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346E5649-5FC3-4C6D-8282-7964C4A63292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항공</a:t>
          </a:r>
        </a:p>
      </dgm:t>
    </dgm:pt>
    <dgm:pt modelId="{0BAC9E11-7BF0-424B-8C58-AFCC2015BB98}" type="parTrans" cxnId="{605ED1F4-6D65-454B-9BD5-9FBF91F0435D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9DD7EA1-71E4-46C9-95FB-41C951DBC152}" type="sibTrans" cxnId="{605ED1F4-6D65-454B-9BD5-9FBF91F0435D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0C23D12-0560-4209-84BB-097213F7156F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제조</a:t>
          </a:r>
        </a:p>
      </dgm:t>
    </dgm:pt>
    <dgm:pt modelId="{932EE8B8-6D2E-478F-8E81-333A2CE65B0B}" type="parTrans" cxnId="{EF89CC81-456A-4BAE-A632-143FCBEB3CE6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07051AE-145B-4F15-B47C-E261BD30C385}" type="sibTrans" cxnId="{EF89CC81-456A-4BAE-A632-143FCBEB3CE6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40A74F25-9CC8-436C-A529-EEC38C36EAD3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게임</a:t>
          </a:r>
        </a:p>
      </dgm:t>
    </dgm:pt>
    <dgm:pt modelId="{8A87607C-E76F-40B8-9777-BA9B23604FB7}" type="parTrans" cxnId="{712910BF-6469-46DF-8F26-4CF3D0DD65D5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81A3536-4F41-4301-A10B-06DD3A9485B0}" type="sibTrans" cxnId="{712910BF-6469-46DF-8F26-4CF3D0DD65D5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C1510364-3AD0-4CB3-9786-2D40FE072057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영상</a:t>
          </a:r>
        </a:p>
      </dgm:t>
    </dgm:pt>
    <dgm:pt modelId="{1911C7D5-EEC8-44AB-850E-EF08DCD73074}" type="parTrans" cxnId="{BFC72076-DC8B-4B78-A121-F3416A9E3F45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E156F37-0CB3-43D9-AF93-A139561FDE5D}" type="sibTrans" cxnId="{BFC72076-DC8B-4B78-A121-F3416A9E3F45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8A1C77A-5AA1-42D4-ACBA-2CF853DA0C3E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교육</a:t>
          </a:r>
        </a:p>
      </dgm:t>
    </dgm:pt>
    <dgm:pt modelId="{78BE7B3E-01A5-4B77-A1DE-0BBD12FEE5F5}" type="parTrans" cxnId="{953421CA-4703-415B-AA10-1AB14603D35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5F1480C2-623A-4C2D-B711-2FF0CEA2CAAE}" type="sibTrans" cxnId="{953421CA-4703-415B-AA10-1AB14603D35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24C68A4-A0FC-49AB-B8B2-1843DDB2E7F2}" type="pres">
      <dgm:prSet presAssocID="{ED0BC77D-02B1-4B13-948D-3C9763956CDA}" presName="Name0" presStyleCnt="0">
        <dgm:presLayoutVars>
          <dgm:dir/>
          <dgm:resizeHandles val="exact"/>
        </dgm:presLayoutVars>
      </dgm:prSet>
      <dgm:spPr/>
    </dgm:pt>
    <dgm:pt modelId="{59E874FF-48A9-4FB4-A559-D23D6F2F5386}" type="pres">
      <dgm:prSet presAssocID="{346E5649-5FC3-4C6D-8282-7964C4A63292}" presName="Name5" presStyleLbl="vennNode1" presStyleIdx="0" presStyleCnt="5">
        <dgm:presLayoutVars>
          <dgm:bulletEnabled val="1"/>
        </dgm:presLayoutVars>
      </dgm:prSet>
      <dgm:spPr/>
    </dgm:pt>
    <dgm:pt modelId="{2464083D-A835-4525-8786-E233B84925CC}" type="pres">
      <dgm:prSet presAssocID="{D9DD7EA1-71E4-46C9-95FB-41C951DBC152}" presName="space" presStyleCnt="0"/>
      <dgm:spPr/>
    </dgm:pt>
    <dgm:pt modelId="{B3DF12C5-6589-4A26-80F8-B0FE73A4D790}" type="pres">
      <dgm:prSet presAssocID="{08A1C77A-5AA1-42D4-ACBA-2CF853DA0C3E}" presName="Name5" presStyleLbl="vennNode1" presStyleIdx="1" presStyleCnt="5">
        <dgm:presLayoutVars>
          <dgm:bulletEnabled val="1"/>
        </dgm:presLayoutVars>
      </dgm:prSet>
      <dgm:spPr/>
    </dgm:pt>
    <dgm:pt modelId="{56654599-C5B6-4AAA-9AB2-DEB063B2AFA9}" type="pres">
      <dgm:prSet presAssocID="{5F1480C2-623A-4C2D-B711-2FF0CEA2CAAE}" presName="space" presStyleCnt="0"/>
      <dgm:spPr/>
    </dgm:pt>
    <dgm:pt modelId="{CA5EBDC9-CC47-4B35-BCAB-23285D6F5DB0}" type="pres">
      <dgm:prSet presAssocID="{60C23D12-0560-4209-84BB-097213F7156F}" presName="Name5" presStyleLbl="vennNode1" presStyleIdx="2" presStyleCnt="5">
        <dgm:presLayoutVars>
          <dgm:bulletEnabled val="1"/>
        </dgm:presLayoutVars>
      </dgm:prSet>
      <dgm:spPr/>
    </dgm:pt>
    <dgm:pt modelId="{AAA86551-A32D-41C5-B2C6-A496E71A112D}" type="pres">
      <dgm:prSet presAssocID="{A07051AE-145B-4F15-B47C-E261BD30C385}" presName="space" presStyleCnt="0"/>
      <dgm:spPr/>
    </dgm:pt>
    <dgm:pt modelId="{C26177E6-A7AF-4DA8-AEB2-681417482066}" type="pres">
      <dgm:prSet presAssocID="{40A74F25-9CC8-436C-A529-EEC38C36EAD3}" presName="Name5" presStyleLbl="vennNode1" presStyleIdx="3" presStyleCnt="5">
        <dgm:presLayoutVars>
          <dgm:bulletEnabled val="1"/>
        </dgm:presLayoutVars>
      </dgm:prSet>
      <dgm:spPr/>
    </dgm:pt>
    <dgm:pt modelId="{5D0F671D-5AF9-425A-ABAB-0DE4E1D8D27F}" type="pres">
      <dgm:prSet presAssocID="{181A3536-4F41-4301-A10B-06DD3A9485B0}" presName="space" presStyleCnt="0"/>
      <dgm:spPr/>
    </dgm:pt>
    <dgm:pt modelId="{6281FA1D-5F6F-42E9-9555-CE14842A15FD}" type="pres">
      <dgm:prSet presAssocID="{C1510364-3AD0-4CB3-9786-2D40FE072057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10E7F500-74C2-4FB6-B446-F07FA867D98E}" type="presOf" srcId="{08A1C77A-5AA1-42D4-ACBA-2CF853DA0C3E}" destId="{B3DF12C5-6589-4A26-80F8-B0FE73A4D790}" srcOrd="0" destOrd="0" presId="urn:microsoft.com/office/officeart/2005/8/layout/venn3"/>
    <dgm:cxn modelId="{DF6C2F20-71E4-4324-ADC4-77D662137C87}" type="presOf" srcId="{ED0BC77D-02B1-4B13-948D-3C9763956CDA}" destId="{F24C68A4-A0FC-49AB-B8B2-1843DDB2E7F2}" srcOrd="0" destOrd="0" presId="urn:microsoft.com/office/officeart/2005/8/layout/venn3"/>
    <dgm:cxn modelId="{5B63DA6D-EB8A-48EE-BF5F-D87D2CA6319B}" type="presOf" srcId="{60C23D12-0560-4209-84BB-097213F7156F}" destId="{CA5EBDC9-CC47-4B35-BCAB-23285D6F5DB0}" srcOrd="0" destOrd="0" presId="urn:microsoft.com/office/officeart/2005/8/layout/venn3"/>
    <dgm:cxn modelId="{BFC72076-DC8B-4B78-A121-F3416A9E3F45}" srcId="{ED0BC77D-02B1-4B13-948D-3C9763956CDA}" destId="{C1510364-3AD0-4CB3-9786-2D40FE072057}" srcOrd="4" destOrd="0" parTransId="{1911C7D5-EEC8-44AB-850E-EF08DCD73074}" sibTransId="{6E156F37-0CB3-43D9-AF93-A139561FDE5D}"/>
    <dgm:cxn modelId="{70FE2856-2C4E-47A9-9A22-A39D36B33035}" type="presOf" srcId="{C1510364-3AD0-4CB3-9786-2D40FE072057}" destId="{6281FA1D-5F6F-42E9-9555-CE14842A15FD}" srcOrd="0" destOrd="0" presId="urn:microsoft.com/office/officeart/2005/8/layout/venn3"/>
    <dgm:cxn modelId="{803B9F7C-46C7-44D0-94A1-7BCF87C1CB4A}" type="presOf" srcId="{346E5649-5FC3-4C6D-8282-7964C4A63292}" destId="{59E874FF-48A9-4FB4-A559-D23D6F2F5386}" srcOrd="0" destOrd="0" presId="urn:microsoft.com/office/officeart/2005/8/layout/venn3"/>
    <dgm:cxn modelId="{EF89CC81-456A-4BAE-A632-143FCBEB3CE6}" srcId="{ED0BC77D-02B1-4B13-948D-3C9763956CDA}" destId="{60C23D12-0560-4209-84BB-097213F7156F}" srcOrd="2" destOrd="0" parTransId="{932EE8B8-6D2E-478F-8E81-333A2CE65B0B}" sibTransId="{A07051AE-145B-4F15-B47C-E261BD30C385}"/>
    <dgm:cxn modelId="{712910BF-6469-46DF-8F26-4CF3D0DD65D5}" srcId="{ED0BC77D-02B1-4B13-948D-3C9763956CDA}" destId="{40A74F25-9CC8-436C-A529-EEC38C36EAD3}" srcOrd="3" destOrd="0" parTransId="{8A87607C-E76F-40B8-9777-BA9B23604FB7}" sibTransId="{181A3536-4F41-4301-A10B-06DD3A9485B0}"/>
    <dgm:cxn modelId="{953421CA-4703-415B-AA10-1AB14603D35C}" srcId="{ED0BC77D-02B1-4B13-948D-3C9763956CDA}" destId="{08A1C77A-5AA1-42D4-ACBA-2CF853DA0C3E}" srcOrd="1" destOrd="0" parTransId="{78BE7B3E-01A5-4B77-A1DE-0BBD12FEE5F5}" sibTransId="{5F1480C2-623A-4C2D-B711-2FF0CEA2CAAE}"/>
    <dgm:cxn modelId="{B71F9CDF-A4C5-4F11-B402-3E55533E1536}" type="presOf" srcId="{40A74F25-9CC8-436C-A529-EEC38C36EAD3}" destId="{C26177E6-A7AF-4DA8-AEB2-681417482066}" srcOrd="0" destOrd="0" presId="urn:microsoft.com/office/officeart/2005/8/layout/venn3"/>
    <dgm:cxn modelId="{605ED1F4-6D65-454B-9BD5-9FBF91F0435D}" srcId="{ED0BC77D-02B1-4B13-948D-3C9763956CDA}" destId="{346E5649-5FC3-4C6D-8282-7964C4A63292}" srcOrd="0" destOrd="0" parTransId="{0BAC9E11-7BF0-424B-8C58-AFCC2015BB98}" sibTransId="{D9DD7EA1-71E4-46C9-95FB-41C951DBC152}"/>
    <dgm:cxn modelId="{0C53BAEC-D3A7-4484-82BB-D9BAC432327D}" type="presParOf" srcId="{F24C68A4-A0FC-49AB-B8B2-1843DDB2E7F2}" destId="{59E874FF-48A9-4FB4-A559-D23D6F2F5386}" srcOrd="0" destOrd="0" presId="urn:microsoft.com/office/officeart/2005/8/layout/venn3"/>
    <dgm:cxn modelId="{26D957CD-53AA-4D37-A3AB-916086773919}" type="presParOf" srcId="{F24C68A4-A0FC-49AB-B8B2-1843DDB2E7F2}" destId="{2464083D-A835-4525-8786-E233B84925CC}" srcOrd="1" destOrd="0" presId="urn:microsoft.com/office/officeart/2005/8/layout/venn3"/>
    <dgm:cxn modelId="{70D5D81F-DAC9-4F7C-98A0-212A7344664E}" type="presParOf" srcId="{F24C68A4-A0FC-49AB-B8B2-1843DDB2E7F2}" destId="{B3DF12C5-6589-4A26-80F8-B0FE73A4D790}" srcOrd="2" destOrd="0" presId="urn:microsoft.com/office/officeart/2005/8/layout/venn3"/>
    <dgm:cxn modelId="{8D1502AF-1259-418B-AF47-921ECF271DE7}" type="presParOf" srcId="{F24C68A4-A0FC-49AB-B8B2-1843DDB2E7F2}" destId="{56654599-C5B6-4AAA-9AB2-DEB063B2AFA9}" srcOrd="3" destOrd="0" presId="urn:microsoft.com/office/officeart/2005/8/layout/venn3"/>
    <dgm:cxn modelId="{6B46A527-B29E-4CD3-B66D-E7AE80902EA9}" type="presParOf" srcId="{F24C68A4-A0FC-49AB-B8B2-1843DDB2E7F2}" destId="{CA5EBDC9-CC47-4B35-BCAB-23285D6F5DB0}" srcOrd="4" destOrd="0" presId="urn:microsoft.com/office/officeart/2005/8/layout/venn3"/>
    <dgm:cxn modelId="{D425B5E4-0B22-45F0-AA36-BA1301357851}" type="presParOf" srcId="{F24C68A4-A0FC-49AB-B8B2-1843DDB2E7F2}" destId="{AAA86551-A32D-41C5-B2C6-A496E71A112D}" srcOrd="5" destOrd="0" presId="urn:microsoft.com/office/officeart/2005/8/layout/venn3"/>
    <dgm:cxn modelId="{276ED066-A867-4435-BCEA-5DC1037448BA}" type="presParOf" srcId="{F24C68A4-A0FC-49AB-B8B2-1843DDB2E7F2}" destId="{C26177E6-A7AF-4DA8-AEB2-681417482066}" srcOrd="6" destOrd="0" presId="urn:microsoft.com/office/officeart/2005/8/layout/venn3"/>
    <dgm:cxn modelId="{2EC5966E-B04F-4994-A787-3672468B82A1}" type="presParOf" srcId="{F24C68A4-A0FC-49AB-B8B2-1843DDB2E7F2}" destId="{5D0F671D-5AF9-425A-ABAB-0DE4E1D8D27F}" srcOrd="7" destOrd="0" presId="urn:microsoft.com/office/officeart/2005/8/layout/venn3"/>
    <dgm:cxn modelId="{B98274CF-648F-4DBE-BD89-82A526FEB12D}" type="presParOf" srcId="{F24C68A4-A0FC-49AB-B8B2-1843DDB2E7F2}" destId="{6281FA1D-5F6F-42E9-9555-CE14842A15FD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8AC5A-E689-4070-B863-3B1647FEBE75}">
      <dsp:nvSpPr>
        <dsp:cNvPr id="0" name=""/>
        <dsp:cNvSpPr/>
      </dsp:nvSpPr>
      <dsp:spPr>
        <a:xfrm>
          <a:off x="1415178" y="1285160"/>
          <a:ext cx="1046844" cy="104684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혼합</a:t>
          </a:r>
          <a:br>
            <a:rPr lang="en-US" altLang="ko-KR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sp:txBody>
      <dsp:txXfrm>
        <a:off x="1568485" y="1438467"/>
        <a:ext cx="740230" cy="740230"/>
      </dsp:txXfrm>
    </dsp:sp>
    <dsp:sp modelId="{233FBBAC-096F-49EF-A496-66A88335C568}">
      <dsp:nvSpPr>
        <dsp:cNvPr id="0" name=""/>
        <dsp:cNvSpPr/>
      </dsp:nvSpPr>
      <dsp:spPr>
        <a:xfrm rot="12900000">
          <a:off x="707850" y="1090944"/>
          <a:ext cx="837802" cy="29835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E14BF4-8C94-4DFC-B612-B955CDC8D196}">
      <dsp:nvSpPr>
        <dsp:cNvPr id="0" name=""/>
        <dsp:cNvSpPr/>
      </dsp:nvSpPr>
      <dsp:spPr>
        <a:xfrm>
          <a:off x="286356" y="602046"/>
          <a:ext cx="994501" cy="7956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sp:txBody>
      <dsp:txXfrm>
        <a:off x="309658" y="625348"/>
        <a:ext cx="947897" cy="748997"/>
      </dsp:txXfrm>
    </dsp:sp>
    <dsp:sp modelId="{23770CFF-4043-41AD-85D2-3F5FE6DE7569}">
      <dsp:nvSpPr>
        <dsp:cNvPr id="0" name=""/>
        <dsp:cNvSpPr/>
      </dsp:nvSpPr>
      <dsp:spPr>
        <a:xfrm rot="16200000">
          <a:off x="1519698" y="668322"/>
          <a:ext cx="837802" cy="29835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DE4675-C982-47E2-9D5B-BBB6CE73F3B1}">
      <dsp:nvSpPr>
        <dsp:cNvPr id="0" name=""/>
        <dsp:cNvSpPr/>
      </dsp:nvSpPr>
      <dsp:spPr>
        <a:xfrm>
          <a:off x="1441349" y="795"/>
          <a:ext cx="994501" cy="7956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증강</a:t>
          </a:r>
          <a:br>
            <a:rPr lang="en-US" altLang="ko-KR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sp:txBody>
      <dsp:txXfrm>
        <a:off x="1464651" y="24097"/>
        <a:ext cx="947897" cy="748997"/>
      </dsp:txXfrm>
    </dsp:sp>
    <dsp:sp modelId="{538EFF76-6EB0-454F-A498-C57F64FE2ABB}">
      <dsp:nvSpPr>
        <dsp:cNvPr id="0" name=""/>
        <dsp:cNvSpPr/>
      </dsp:nvSpPr>
      <dsp:spPr>
        <a:xfrm rot="19500000">
          <a:off x="2331547" y="1090944"/>
          <a:ext cx="837802" cy="29835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C0C551-80AF-499B-BC76-6A3C7FD4F1E2}">
      <dsp:nvSpPr>
        <dsp:cNvPr id="0" name=""/>
        <dsp:cNvSpPr/>
      </dsp:nvSpPr>
      <dsp:spPr>
        <a:xfrm>
          <a:off x="2596341" y="602046"/>
          <a:ext cx="994501" cy="7956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가상</a:t>
          </a:r>
          <a:br>
            <a:rPr lang="en-US" altLang="ko-KR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현실</a:t>
          </a:r>
        </a:p>
      </dsp:txBody>
      <dsp:txXfrm>
        <a:off x="2619643" y="625348"/>
        <a:ext cx="947897" cy="748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874FF-48A9-4FB4-A559-D23D6F2F5386}">
      <dsp:nvSpPr>
        <dsp:cNvPr id="0" name=""/>
        <dsp:cNvSpPr/>
      </dsp:nvSpPr>
      <dsp:spPr>
        <a:xfrm>
          <a:off x="447" y="522898"/>
          <a:ext cx="871708" cy="871708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7973" tIns="22860" rIns="47973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항공</a:t>
          </a:r>
        </a:p>
      </dsp:txBody>
      <dsp:txXfrm>
        <a:off x="128106" y="650557"/>
        <a:ext cx="616390" cy="616390"/>
      </dsp:txXfrm>
    </dsp:sp>
    <dsp:sp modelId="{B3DF12C5-6589-4A26-80F8-B0FE73A4D790}">
      <dsp:nvSpPr>
        <dsp:cNvPr id="0" name=""/>
        <dsp:cNvSpPr/>
      </dsp:nvSpPr>
      <dsp:spPr>
        <a:xfrm>
          <a:off x="697813" y="522898"/>
          <a:ext cx="871708" cy="871708"/>
        </a:xfrm>
        <a:prstGeom prst="ellipse">
          <a:avLst/>
        </a:prstGeom>
        <a:solidFill>
          <a:schemeClr val="accent4">
            <a:alpha val="50000"/>
            <a:hueOff val="2450223"/>
            <a:satOff val="-10194"/>
            <a:lumOff val="240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7973" tIns="22860" rIns="47973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교육</a:t>
          </a:r>
        </a:p>
      </dsp:txBody>
      <dsp:txXfrm>
        <a:off x="825472" y="650557"/>
        <a:ext cx="616390" cy="616390"/>
      </dsp:txXfrm>
    </dsp:sp>
    <dsp:sp modelId="{CA5EBDC9-CC47-4B35-BCAB-23285D6F5DB0}">
      <dsp:nvSpPr>
        <dsp:cNvPr id="0" name=""/>
        <dsp:cNvSpPr/>
      </dsp:nvSpPr>
      <dsp:spPr>
        <a:xfrm>
          <a:off x="1395180" y="522898"/>
          <a:ext cx="871708" cy="871708"/>
        </a:xfrm>
        <a:prstGeom prst="ellipse">
          <a:avLst/>
        </a:prstGeom>
        <a:solidFill>
          <a:schemeClr val="accent4">
            <a:alpha val="50000"/>
            <a:hueOff val="4900445"/>
            <a:satOff val="-20388"/>
            <a:lumOff val="4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7973" tIns="22860" rIns="47973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제조</a:t>
          </a:r>
        </a:p>
      </dsp:txBody>
      <dsp:txXfrm>
        <a:off x="1522839" y="650557"/>
        <a:ext cx="616390" cy="616390"/>
      </dsp:txXfrm>
    </dsp:sp>
    <dsp:sp modelId="{C26177E6-A7AF-4DA8-AEB2-681417482066}">
      <dsp:nvSpPr>
        <dsp:cNvPr id="0" name=""/>
        <dsp:cNvSpPr/>
      </dsp:nvSpPr>
      <dsp:spPr>
        <a:xfrm>
          <a:off x="2092546" y="522898"/>
          <a:ext cx="871708" cy="871708"/>
        </a:xfrm>
        <a:prstGeom prst="ellipse">
          <a:avLst/>
        </a:prstGeom>
        <a:solidFill>
          <a:schemeClr val="accent4">
            <a:alpha val="50000"/>
            <a:hueOff val="7350668"/>
            <a:satOff val="-30583"/>
            <a:lumOff val="72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7973" tIns="22860" rIns="47973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게임</a:t>
          </a:r>
        </a:p>
      </dsp:txBody>
      <dsp:txXfrm>
        <a:off x="2220205" y="650557"/>
        <a:ext cx="616390" cy="616390"/>
      </dsp:txXfrm>
    </dsp:sp>
    <dsp:sp modelId="{6281FA1D-5F6F-42E9-9555-CE14842A15FD}">
      <dsp:nvSpPr>
        <dsp:cNvPr id="0" name=""/>
        <dsp:cNvSpPr/>
      </dsp:nvSpPr>
      <dsp:spPr>
        <a:xfrm>
          <a:off x="2789913" y="522898"/>
          <a:ext cx="871708" cy="871708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7973" tIns="22860" rIns="47973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영상</a:t>
          </a:r>
        </a:p>
      </dsp:txBody>
      <dsp:txXfrm>
        <a:off x="2917572" y="650557"/>
        <a:ext cx="616390" cy="616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0.36102</cdr:x>
      <cdr:y>0.19512</cdr:y>
    </cdr:from>
    <cdr:to>
      <cdr:x>0.62635</cdr:x>
      <cdr:y>0.36848</cdr:y>
    </cdr:to>
    <cdr:sp macro="" textlink="">
      <cdr:nvSpPr>
        <cdr:cNvPr id="2" name="화살표: 오른쪽 1">
          <a:extLst xmlns:a="http://schemas.openxmlformats.org/drawingml/2006/main">
            <a:ext uri="{FF2B5EF4-FFF2-40B4-BE49-F238E27FC236}">
              <a16:creationId xmlns:a16="http://schemas.microsoft.com/office/drawing/2014/main" id="{03880632-3FDB-124E-39CC-FD3388924913}"/>
            </a:ext>
          </a:extLst>
        </cdr:cNvPr>
        <cdr:cNvSpPr/>
      </cdr:nvSpPr>
      <cdr:spPr>
        <a:xfrm xmlns:a="http://schemas.openxmlformats.org/drawingml/2006/main">
          <a:off x="3084512" y="849051"/>
          <a:ext cx="2266950" cy="754324"/>
        </a:xfrm>
        <a:prstGeom xmlns:a="http://schemas.openxmlformats.org/drawingml/2006/main" prst="rightArrow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지속적 성장세</a:t>
          </a:r>
          <a:endParaRPr lang="ko-KR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Ⅰ. </a:t>
            </a:r>
            <a:r>
              <a:rPr lang="ko-KR" altLang="en-US"/>
              <a:t>혼합현실</a:t>
            </a:r>
            <a:r>
              <a:rPr lang="en-US" altLang="ko-KR"/>
              <a:t>(MR)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560251"/>
            <a:ext cx="8543925" cy="2193925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>
                <a:latin typeface="굴림" panose="020B0600000101010101" pitchFamily="50" charset="-127"/>
                <a:ea typeface="굴림" panose="020B0600000101010101" pitchFamily="50" charset="-127"/>
              </a:rPr>
              <a:t>Mixed Reality(MR)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reality created by mixing various methods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word that refers to all the ways that exist between reality, virtual reality(VR) and augmented reality(AR)</a:t>
            </a:r>
            <a:endParaRPr lang="ko-KR" altLang="en-US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3A12C3-3255-1BEA-C38F-100FA280D542}"/>
              </a:ext>
            </a:extLst>
          </p:cNvPr>
          <p:cNvSpPr txBox="1">
            <a:spLocks/>
          </p:cNvSpPr>
          <p:nvPr/>
        </p:nvSpPr>
        <p:spPr>
          <a:xfrm>
            <a:off x="681038" y="3919538"/>
            <a:ext cx="6919911" cy="2193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endParaRPr lang="en-US" altLang="ko-KR" sz="2400" b="1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다양한 방식을 혼합해 만들어낸 현실로 현실과 가상현실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증강현실 사이에 존재할 수 있는 모든 방식을 통틀어 일컫는 말</a:t>
            </a:r>
          </a:p>
        </p:txBody>
      </p:sp>
      <p:pic>
        <p:nvPicPr>
          <p:cNvPr id="7" name="동영상">
            <a:hlinkClick r:id="" action="ppaction://media"/>
            <a:extLst>
              <a:ext uri="{FF2B5EF4-FFF2-40B4-BE49-F238E27FC236}">
                <a16:creationId xmlns:a16="http://schemas.microsoft.com/office/drawing/2014/main" id="{B03FB3DE-F142-C1BC-74F0-CF45168B8B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1341" y="4410075"/>
            <a:ext cx="1891258" cy="14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Ⅱ. VR, AR, MR </a:t>
            </a:r>
            <a:r>
              <a:rPr lang="ko-KR" altLang="en-US"/>
              <a:t>기술 비교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10940A5-9480-8A28-223B-5A3C6226D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085303"/>
              </p:ext>
            </p:extLst>
          </p:nvPr>
        </p:nvGraphicFramePr>
        <p:xfrm>
          <a:off x="1666875" y="2343150"/>
          <a:ext cx="7658100" cy="37528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26687207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4588730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605185899"/>
                    </a:ext>
                  </a:extLst>
                </a:gridCol>
              </a:tblGrid>
              <a:tr h="1395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세계를 차단하고 디지털 환경만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위에 가상 정보를 업혀서 보여주는 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기반에 가상 정보를 융합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39021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뛰어남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우수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사실감</a:t>
                      </a:r>
                      <a:r>
                        <a:rPr lang="en-US" altLang="ko-KR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극대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795179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약함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시야와 정보 분리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떨어짐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데이터의 대용량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장비나 기술적 제약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573447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87CD04-B37A-301C-F57C-562C0FE10C04}"/>
              </a:ext>
            </a:extLst>
          </p:cNvPr>
          <p:cNvGrpSpPr/>
          <p:nvPr/>
        </p:nvGrpSpPr>
        <p:grpSpPr>
          <a:xfrm>
            <a:off x="1666875" y="1419225"/>
            <a:ext cx="2557462" cy="923925"/>
            <a:chOff x="1666875" y="1419225"/>
            <a:chExt cx="2543175" cy="923925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FEF59EC1-5EFB-956D-D020-021BE2A108F6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십자형 8">
              <a:extLst>
                <a:ext uri="{FF2B5EF4-FFF2-40B4-BE49-F238E27FC236}">
                  <a16:creationId xmlns:a16="http://schemas.microsoft.com/office/drawing/2014/main" id="{C711AFC1-D55E-2E97-46E5-48F720A6D3C1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가상현실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(VR)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C54C620-6EDF-D612-B9F2-35F3979339C7}"/>
              </a:ext>
            </a:extLst>
          </p:cNvPr>
          <p:cNvGrpSpPr/>
          <p:nvPr/>
        </p:nvGrpSpPr>
        <p:grpSpPr>
          <a:xfrm>
            <a:off x="4224337" y="1419225"/>
            <a:ext cx="2543175" cy="923925"/>
            <a:chOff x="1666875" y="1419225"/>
            <a:chExt cx="2543175" cy="923925"/>
          </a:xfrm>
        </p:grpSpPr>
        <p:sp>
          <p:nvSpPr>
            <p:cNvPr id="32" name="사각형: 잘린 한쪽 모서리 31">
              <a:extLst>
                <a:ext uri="{FF2B5EF4-FFF2-40B4-BE49-F238E27FC236}">
                  <a16:creationId xmlns:a16="http://schemas.microsoft.com/office/drawing/2014/main" id="{5D8C52E7-3386-F371-BA79-E7C91DCD8C1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십자형 32">
              <a:extLst>
                <a:ext uri="{FF2B5EF4-FFF2-40B4-BE49-F238E27FC236}">
                  <a16:creationId xmlns:a16="http://schemas.microsoft.com/office/drawing/2014/main" id="{2C7C478D-3C05-3899-3D08-725ABDC4380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증강현실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(AR)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46F9F6-90AB-6909-3F5D-FE3F7FE04AF3}"/>
              </a:ext>
            </a:extLst>
          </p:cNvPr>
          <p:cNvGrpSpPr/>
          <p:nvPr/>
        </p:nvGrpSpPr>
        <p:grpSpPr>
          <a:xfrm>
            <a:off x="6767512" y="1419225"/>
            <a:ext cx="2557463" cy="923925"/>
            <a:chOff x="1666875" y="1419225"/>
            <a:chExt cx="2543175" cy="923925"/>
          </a:xfrm>
        </p:grpSpPr>
        <p:sp>
          <p:nvSpPr>
            <p:cNvPr id="35" name="사각형: 잘린 한쪽 모서리 34">
              <a:extLst>
                <a:ext uri="{FF2B5EF4-FFF2-40B4-BE49-F238E27FC236}">
                  <a16:creationId xmlns:a16="http://schemas.microsoft.com/office/drawing/2014/main" id="{F8644F8D-E3AA-55E8-6CFE-3C179564F3A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십자형 35">
              <a:extLst>
                <a:ext uri="{FF2B5EF4-FFF2-40B4-BE49-F238E27FC236}">
                  <a16:creationId xmlns:a16="http://schemas.microsoft.com/office/drawing/2014/main" id="{330423F2-B22C-0224-70D1-2D3C3EEA8B9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혼합현실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(MR)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59B72147-470E-53AC-72BD-095A0AA53E2A}"/>
              </a:ext>
            </a:extLst>
          </p:cNvPr>
          <p:cNvSpPr/>
          <p:nvPr/>
        </p:nvSpPr>
        <p:spPr>
          <a:xfrm flipH="1">
            <a:off x="352423" y="2343150"/>
            <a:ext cx="1314449" cy="1390650"/>
          </a:xfrm>
          <a:prstGeom prst="homePlate">
            <a:avLst>
              <a:gd name="adj" fmla="val 44203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구현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방식</a:t>
            </a: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70A0C9D9-DDA2-C8EE-3C5C-55C078BE06AF}"/>
              </a:ext>
            </a:extLst>
          </p:cNvPr>
          <p:cNvSpPr/>
          <p:nvPr/>
        </p:nvSpPr>
        <p:spPr>
          <a:xfrm flipH="1">
            <a:off x="352422" y="3733801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장점</a:t>
            </a:r>
          </a:p>
        </p:txBody>
      </p:sp>
      <p:sp>
        <p:nvSpPr>
          <p:cNvPr id="39" name="화살표: 오각형 38">
            <a:extLst>
              <a:ext uri="{FF2B5EF4-FFF2-40B4-BE49-F238E27FC236}">
                <a16:creationId xmlns:a16="http://schemas.microsoft.com/office/drawing/2014/main" id="{4CB6634E-8955-F6B0-D5BA-F66E08169DB5}"/>
              </a:ext>
            </a:extLst>
          </p:cNvPr>
          <p:cNvSpPr/>
          <p:nvPr/>
        </p:nvSpPr>
        <p:spPr>
          <a:xfrm flipH="1">
            <a:off x="352421" y="4914900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단점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Ⅲ. </a:t>
            </a:r>
            <a:r>
              <a:rPr lang="ko-KR" altLang="en-US"/>
              <a:t>글로벌 </a:t>
            </a:r>
            <a:r>
              <a:rPr lang="en-US" altLang="ko-KR"/>
              <a:t>VR </a:t>
            </a:r>
            <a:r>
              <a:rPr lang="ko-KR" altLang="en-US"/>
              <a:t>및 </a:t>
            </a:r>
            <a:r>
              <a:rPr lang="en-US" altLang="ko-KR"/>
              <a:t>MR </a:t>
            </a:r>
            <a:r>
              <a:rPr lang="ko-KR" altLang="en-US"/>
              <a:t>시장규모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9974F648-BF9A-1170-C323-3A2CCB758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859551"/>
              </p:ext>
            </p:extLst>
          </p:nvPr>
        </p:nvGraphicFramePr>
        <p:xfrm>
          <a:off x="681038" y="1475998"/>
          <a:ext cx="8543925" cy="4648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Ⅳ. </a:t>
            </a:r>
            <a:r>
              <a:rPr lang="ko-KR" altLang="en-US"/>
              <a:t>혼합현실 이해와 기술사례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C2348B4-B8FE-13F9-EA6C-A6790C2A5335}"/>
              </a:ext>
            </a:extLst>
          </p:cNvPr>
          <p:cNvGrpSpPr/>
          <p:nvPr/>
        </p:nvGrpSpPr>
        <p:grpSpPr>
          <a:xfrm>
            <a:off x="304800" y="1425600"/>
            <a:ext cx="4503600" cy="4563237"/>
            <a:chOff x="304800" y="1425600"/>
            <a:chExt cx="4503600" cy="4563237"/>
          </a:xfrm>
        </p:grpSpPr>
        <p:sp>
          <p:nvSpPr>
            <p:cNvPr id="5" name="사각형: 둥근 한쪽 모서리 4">
              <a:extLst>
                <a:ext uri="{FF2B5EF4-FFF2-40B4-BE49-F238E27FC236}">
                  <a16:creationId xmlns:a16="http://schemas.microsoft.com/office/drawing/2014/main" id="{70134928-CA11-31F3-8EE3-9D2AE0B9202F}"/>
                </a:ext>
              </a:extLst>
            </p:cNvPr>
            <p:cNvSpPr/>
            <p:nvPr/>
          </p:nvSpPr>
          <p:spPr>
            <a:xfrm>
              <a:off x="304800" y="1425600"/>
              <a:ext cx="4503600" cy="4420800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6" name="다이어그램 5">
              <a:extLst>
                <a:ext uri="{FF2B5EF4-FFF2-40B4-BE49-F238E27FC236}">
                  <a16:creationId xmlns:a16="http://schemas.microsoft.com/office/drawing/2014/main" id="{B368C4AF-B478-4A53-361B-6AC043C265A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74819465"/>
                </p:ext>
              </p:extLst>
            </p:nvPr>
          </p:nvGraphicFramePr>
          <p:xfrm>
            <a:off x="619200" y="1638000"/>
            <a:ext cx="3877200" cy="23328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5908AB51-6BC2-CC62-C263-B01C0649961F}"/>
                </a:ext>
              </a:extLst>
            </p:cNvPr>
            <p:cNvSpPr/>
            <p:nvPr/>
          </p:nvSpPr>
          <p:spPr>
            <a:xfrm>
              <a:off x="666825" y="3124200"/>
              <a:ext cx="1209600" cy="771525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AR</a:t>
              </a:r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장점</a:t>
              </a:r>
            </a:p>
          </p:txBody>
        </p:sp>
        <p:sp>
          <p:nvSpPr>
            <p:cNvPr id="8" name="화살표: 왼쪽 7">
              <a:extLst>
                <a:ext uri="{FF2B5EF4-FFF2-40B4-BE49-F238E27FC236}">
                  <a16:creationId xmlns:a16="http://schemas.microsoft.com/office/drawing/2014/main" id="{6C0748C4-6B0D-118F-CB4E-29F6C1109B10}"/>
                </a:ext>
              </a:extLst>
            </p:cNvPr>
            <p:cNvSpPr/>
            <p:nvPr/>
          </p:nvSpPr>
          <p:spPr>
            <a:xfrm>
              <a:off x="3239175" y="3125325"/>
              <a:ext cx="1209600" cy="770400"/>
            </a:xfrm>
            <a:prstGeom prst="lef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VR</a:t>
              </a:r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장점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15A3420-6D81-7A52-545C-5DC6280CC720}"/>
                </a:ext>
              </a:extLst>
            </p:cNvPr>
            <p:cNvSpPr/>
            <p:nvPr/>
          </p:nvSpPr>
          <p:spPr>
            <a:xfrm>
              <a:off x="594600" y="4284225"/>
              <a:ext cx="3924000" cy="1404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" name="육각형 9">
              <a:extLst>
                <a:ext uri="{FF2B5EF4-FFF2-40B4-BE49-F238E27FC236}">
                  <a16:creationId xmlns:a16="http://schemas.microsoft.com/office/drawing/2014/main" id="{E715BDA4-6E54-53C3-EBD8-F2089DD80C17}"/>
                </a:ext>
              </a:extLst>
            </p:cNvPr>
            <p:cNvSpPr/>
            <p:nvPr/>
          </p:nvSpPr>
          <p:spPr>
            <a:xfrm>
              <a:off x="1160937" y="4071332"/>
              <a:ext cx="2791326" cy="421105"/>
            </a:xfrm>
            <a:prstGeom prst="hexag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" name="순서도: 수행의 시작/종료 10">
              <a:extLst>
                <a:ext uri="{FF2B5EF4-FFF2-40B4-BE49-F238E27FC236}">
                  <a16:creationId xmlns:a16="http://schemas.microsoft.com/office/drawing/2014/main" id="{7573FC61-48CB-11F2-5F63-64908287DADA}"/>
                </a:ext>
              </a:extLst>
            </p:cNvPr>
            <p:cNvSpPr/>
            <p:nvPr/>
          </p:nvSpPr>
          <p:spPr>
            <a:xfrm>
              <a:off x="1606105" y="4071332"/>
              <a:ext cx="1900989" cy="420726"/>
            </a:xfrm>
            <a:prstGeom prst="flowChartTerminator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활용분야</a:t>
              </a:r>
            </a:p>
          </p:txBody>
        </p:sp>
        <p:graphicFrame>
          <p:nvGraphicFramePr>
            <p:cNvPr id="12" name="다이어그램 11">
              <a:extLst>
                <a:ext uri="{FF2B5EF4-FFF2-40B4-BE49-F238E27FC236}">
                  <a16:creationId xmlns:a16="http://schemas.microsoft.com/office/drawing/2014/main" id="{EFDFA484-9F7E-CE8A-1D01-D8C85615B59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14420677"/>
                </p:ext>
              </p:extLst>
            </p:nvPr>
          </p:nvGraphicFramePr>
          <p:xfrm>
            <a:off x="725564" y="4071332"/>
            <a:ext cx="3662069" cy="191750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570C764-67BC-7435-BD4E-1D273BE9491F}"/>
              </a:ext>
            </a:extLst>
          </p:cNvPr>
          <p:cNvGrpSpPr/>
          <p:nvPr/>
        </p:nvGrpSpPr>
        <p:grpSpPr>
          <a:xfrm>
            <a:off x="5097600" y="1425600"/>
            <a:ext cx="4503600" cy="4420800"/>
            <a:chOff x="5097600" y="1425600"/>
            <a:chExt cx="4503600" cy="4420800"/>
          </a:xfrm>
        </p:grpSpPr>
        <p:sp>
          <p:nvSpPr>
            <p:cNvPr id="13" name="사각형: 둥근 한쪽 모서리 12">
              <a:extLst>
                <a:ext uri="{FF2B5EF4-FFF2-40B4-BE49-F238E27FC236}">
                  <a16:creationId xmlns:a16="http://schemas.microsoft.com/office/drawing/2014/main" id="{E755F458-A36E-F9B5-37A0-C145BEC38F20}"/>
                </a:ext>
              </a:extLst>
            </p:cNvPr>
            <p:cNvSpPr/>
            <p:nvPr/>
          </p:nvSpPr>
          <p:spPr>
            <a:xfrm flipH="1" flipV="1">
              <a:off x="5097600" y="1425600"/>
              <a:ext cx="4503600" cy="4420800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왼쪽/오른쪽/위쪽 13">
              <a:extLst>
                <a:ext uri="{FF2B5EF4-FFF2-40B4-BE49-F238E27FC236}">
                  <a16:creationId xmlns:a16="http://schemas.microsoft.com/office/drawing/2014/main" id="{2FF57193-615F-B162-CFB3-49F6B6F98A51}"/>
                </a:ext>
              </a:extLst>
            </p:cNvPr>
            <p:cNvSpPr/>
            <p:nvPr/>
          </p:nvSpPr>
          <p:spPr>
            <a:xfrm>
              <a:off x="5904433" y="1495125"/>
              <a:ext cx="2889933" cy="683865"/>
            </a:xfrm>
            <a:prstGeom prst="leftRightUpArrow">
              <a:avLst>
                <a:gd name="adj1" fmla="val 50000"/>
                <a:gd name="adj2" fmla="val 25000"/>
                <a:gd name="adj3" fmla="val 25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MR</a:t>
              </a:r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기술 적용 사례</a:t>
              </a:r>
            </a:p>
          </p:txBody>
        </p:sp>
        <p:sp>
          <p:nvSpPr>
            <p:cNvPr id="15" name="설명선: 오른쪽 화살표 14">
              <a:extLst>
                <a:ext uri="{FF2B5EF4-FFF2-40B4-BE49-F238E27FC236}">
                  <a16:creationId xmlns:a16="http://schemas.microsoft.com/office/drawing/2014/main" id="{56E7BF13-934B-AAD1-A880-F8DA9FB12340}"/>
                </a:ext>
              </a:extLst>
            </p:cNvPr>
            <p:cNvSpPr/>
            <p:nvPr/>
          </p:nvSpPr>
          <p:spPr>
            <a:xfrm>
              <a:off x="5404366" y="2409820"/>
              <a:ext cx="1000133" cy="714380"/>
            </a:xfrm>
            <a:prstGeom prst="rightArrowCallout">
              <a:avLst>
                <a:gd name="adj1" fmla="val 50000"/>
                <a:gd name="adj2" fmla="val 25000"/>
                <a:gd name="adj3" fmla="val 25000"/>
                <a:gd name="adj4" fmla="val 8214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한국</a:t>
              </a:r>
            </a:p>
          </p:txBody>
        </p:sp>
        <p:sp>
          <p:nvSpPr>
            <p:cNvPr id="16" name="정육면체 15">
              <a:extLst>
                <a:ext uri="{FF2B5EF4-FFF2-40B4-BE49-F238E27FC236}">
                  <a16:creationId xmlns:a16="http://schemas.microsoft.com/office/drawing/2014/main" id="{2A50D85C-8860-2502-B9CF-4F8D0AD6E2D9}"/>
                </a:ext>
              </a:extLst>
            </p:cNvPr>
            <p:cNvSpPr/>
            <p:nvPr/>
          </p:nvSpPr>
          <p:spPr>
            <a:xfrm flipH="1">
              <a:off x="6474078" y="2722795"/>
              <a:ext cx="2571768" cy="568800"/>
            </a:xfrm>
            <a:prstGeom prst="cub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평창올림픽 공연</a:t>
              </a:r>
            </a:p>
          </p:txBody>
        </p:sp>
        <p:sp>
          <p:nvSpPr>
            <p:cNvPr id="17" name="정육면체 16">
              <a:extLst>
                <a:ext uri="{FF2B5EF4-FFF2-40B4-BE49-F238E27FC236}">
                  <a16:creationId xmlns:a16="http://schemas.microsoft.com/office/drawing/2014/main" id="{92AE1CFB-F07D-A73F-38E8-8DDC26339DF0}"/>
                </a:ext>
              </a:extLst>
            </p:cNvPr>
            <p:cNvSpPr/>
            <p:nvPr/>
          </p:nvSpPr>
          <p:spPr>
            <a:xfrm>
              <a:off x="6616953" y="2295520"/>
              <a:ext cx="2571768" cy="568800"/>
            </a:xfrm>
            <a:prstGeom prst="cub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광주 유니버시아드</a:t>
              </a:r>
            </a:p>
          </p:txBody>
        </p:sp>
        <p:sp>
          <p:nvSpPr>
            <p:cNvPr id="18" name="눈물 방울 17">
              <a:extLst>
                <a:ext uri="{FF2B5EF4-FFF2-40B4-BE49-F238E27FC236}">
                  <a16:creationId xmlns:a16="http://schemas.microsoft.com/office/drawing/2014/main" id="{8CD926C7-756A-28A2-8810-0455B25D6583}"/>
                </a:ext>
              </a:extLst>
            </p:cNvPr>
            <p:cNvSpPr/>
            <p:nvPr/>
          </p:nvSpPr>
          <p:spPr>
            <a:xfrm flipH="1" flipV="1">
              <a:off x="5404367" y="3457575"/>
              <a:ext cx="1000132" cy="714380"/>
            </a:xfrm>
            <a:prstGeom prst="teardrop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7C073A5-503A-1E89-CDC6-22550AB87E33}"/>
                </a:ext>
              </a:extLst>
            </p:cNvPr>
            <p:cNvSpPr txBox="1"/>
            <p:nvPr/>
          </p:nvSpPr>
          <p:spPr>
            <a:xfrm>
              <a:off x="5494858" y="3630099"/>
              <a:ext cx="819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굴림" panose="020B0600000101010101" pitchFamily="50" charset="-127"/>
                  <a:ea typeface="굴림" panose="020B0600000101010101" pitchFamily="50" charset="-127"/>
                </a:rPr>
                <a:t>NASA</a:t>
              </a:r>
              <a:endParaRPr lang="ko-KR" altLang="en-US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0" name="사각형: 위쪽 모서리의 한쪽은 둥글고 다른 한쪽은 잘림 19">
              <a:extLst>
                <a:ext uri="{FF2B5EF4-FFF2-40B4-BE49-F238E27FC236}">
                  <a16:creationId xmlns:a16="http://schemas.microsoft.com/office/drawing/2014/main" id="{CFDF9507-8BD7-29F6-2B49-83807272872C}"/>
                </a:ext>
              </a:extLst>
            </p:cNvPr>
            <p:cNvSpPr/>
            <p:nvPr/>
          </p:nvSpPr>
          <p:spPr>
            <a:xfrm>
              <a:off x="6525323" y="3457575"/>
              <a:ext cx="2571768" cy="714380"/>
            </a:xfrm>
            <a:prstGeom prst="snip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우주인 교육</a:t>
              </a:r>
            </a:p>
          </p:txBody>
        </p:sp>
        <p:sp>
          <p:nvSpPr>
            <p:cNvPr id="21" name="순서도: 문서 20">
              <a:extLst>
                <a:ext uri="{FF2B5EF4-FFF2-40B4-BE49-F238E27FC236}">
                  <a16:creationId xmlns:a16="http://schemas.microsoft.com/office/drawing/2014/main" id="{99E663DF-53A6-1118-1781-5B702E5A9C0A}"/>
                </a:ext>
              </a:extLst>
            </p:cNvPr>
            <p:cNvSpPr/>
            <p:nvPr/>
          </p:nvSpPr>
          <p:spPr>
            <a:xfrm rot="21029037">
              <a:off x="5486188" y="4400816"/>
              <a:ext cx="793967" cy="1350849"/>
            </a:xfrm>
            <a:prstGeom prst="flowChartDocumen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코</a:t>
              </a:r>
              <a:endParaRPr lang="en-US" altLang="ko-KR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넬</a:t>
              </a:r>
              <a:endParaRPr lang="en-US" altLang="ko-KR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대</a:t>
              </a:r>
            </a:p>
          </p:txBody>
        </p:sp>
        <p:sp>
          <p:nvSpPr>
            <p:cNvPr id="22" name="사각형: 둥근 한쪽 모서리 21">
              <a:extLst>
                <a:ext uri="{FF2B5EF4-FFF2-40B4-BE49-F238E27FC236}">
                  <a16:creationId xmlns:a16="http://schemas.microsoft.com/office/drawing/2014/main" id="{C920984A-6876-D0B4-661F-1C986824E5BE}"/>
                </a:ext>
              </a:extLst>
            </p:cNvPr>
            <p:cNvSpPr/>
            <p:nvPr/>
          </p:nvSpPr>
          <p:spPr>
            <a:xfrm flipH="1">
              <a:off x="6414932" y="4287854"/>
              <a:ext cx="2786105" cy="1440160"/>
            </a:xfrm>
            <a:prstGeom prst="round1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3" name="순서도: 저장 데이터 22">
              <a:extLst>
                <a:ext uri="{FF2B5EF4-FFF2-40B4-BE49-F238E27FC236}">
                  <a16:creationId xmlns:a16="http://schemas.microsoft.com/office/drawing/2014/main" id="{AD47322C-51FE-FC1C-8E75-39DCF8E03F99}"/>
                </a:ext>
              </a:extLst>
            </p:cNvPr>
            <p:cNvSpPr/>
            <p:nvPr/>
          </p:nvSpPr>
          <p:spPr>
            <a:xfrm>
              <a:off x="6522100" y="4459137"/>
              <a:ext cx="2571768" cy="468000"/>
            </a:xfrm>
            <a:prstGeom prst="flowChartOnlineStorag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암 연구에 도입</a:t>
              </a:r>
            </a:p>
          </p:txBody>
        </p:sp>
        <p:sp>
          <p:nvSpPr>
            <p:cNvPr id="24" name="순서도: 저장 데이터 23">
              <a:extLst>
                <a:ext uri="{FF2B5EF4-FFF2-40B4-BE49-F238E27FC236}">
                  <a16:creationId xmlns:a16="http://schemas.microsoft.com/office/drawing/2014/main" id="{CF562174-664E-21F8-D693-398B2617E789}"/>
                </a:ext>
              </a:extLst>
            </p:cNvPr>
            <p:cNvSpPr/>
            <p:nvPr/>
          </p:nvSpPr>
          <p:spPr>
            <a:xfrm flipH="1">
              <a:off x="6522100" y="5093575"/>
              <a:ext cx="2571768" cy="468000"/>
            </a:xfrm>
            <a:prstGeom prst="flowChartOnlineStorag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자동차 설계</a:t>
              </a:r>
            </a:p>
          </p:txBody>
        </p:sp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733B536E-CE65-9AA2-42C6-CB6FDA99B740}"/>
                </a:ext>
              </a:extLst>
            </p:cNvPr>
            <p:cNvCxnSpPr>
              <a:stCxn id="17" idx="4"/>
              <a:endCxn id="22" idx="1"/>
            </p:cNvCxnSpPr>
            <p:nvPr/>
          </p:nvCxnSpPr>
          <p:spPr>
            <a:xfrm>
              <a:off x="9046521" y="2651020"/>
              <a:ext cx="154516" cy="2356914"/>
            </a:xfrm>
            <a:prstGeom prst="bentConnector3">
              <a:avLst>
                <a:gd name="adj1" fmla="val 247946"/>
              </a:avLst>
            </a:prstGeom>
            <a:ln w="1270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3215</TotalTime>
  <Words>235</Words>
  <Application>Microsoft Office PowerPoint</Application>
  <PresentationFormat>A4 용지(210x297mm)</PresentationFormat>
  <Paragraphs>69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  목차</vt:lpstr>
      <vt:lpstr>  Ⅰ. 혼합현실(MR)이란?</vt:lpstr>
      <vt:lpstr>  Ⅱ. VR, AR, MR 기술 비교</vt:lpstr>
      <vt:lpstr>  Ⅲ. 글로벌 VR 및 MR 시장규모</vt:lpstr>
      <vt:lpstr>  Ⅳ. 혼합현실 이해와 기술사례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11</cp:revision>
  <dcterms:created xsi:type="dcterms:W3CDTF">2023-12-06T01:53:31Z</dcterms:created>
  <dcterms:modified xsi:type="dcterms:W3CDTF">2024-02-02T06:41:21Z</dcterms:modified>
</cp:coreProperties>
</file>