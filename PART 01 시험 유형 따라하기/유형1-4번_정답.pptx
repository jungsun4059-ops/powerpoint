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C29A65C3-567C-C70A-DD4E-FD58ED8A9C09}"/>
              </a:ext>
            </a:extLst>
          </p:cNvPr>
          <p:cNvSpPr/>
          <p:nvPr userDrawn="1"/>
        </p:nvSpPr>
        <p:spPr>
          <a:xfrm>
            <a:off x="-1" y="571500"/>
            <a:ext cx="9906001" cy="5817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한쪽 모서리는 잘리고 다른 쪽 모서리는 둥근 사각형 7">
            <a:extLst>
              <a:ext uri="{FF2B5EF4-FFF2-40B4-BE49-F238E27FC236}">
                <a16:creationId xmlns:a16="http://schemas.microsoft.com/office/drawing/2014/main" id="{FEB4E838-9478-5CBF-ED45-08404FC5B79B}"/>
              </a:ext>
            </a:extLst>
          </p:cNvPr>
          <p:cNvSpPr/>
          <p:nvPr userDrawn="1"/>
        </p:nvSpPr>
        <p:spPr>
          <a:xfrm flipH="1">
            <a:off x="289559" y="0"/>
            <a:ext cx="9326881" cy="1153297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B44B21-CDFB-17B7-46DA-CB2639DC8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BFF6C0-F4B9-8D80-0403-CB8F3B26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804452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471596"/>
            <a:ext cx="7522390" cy="2006799"/>
          </a:xfrm>
        </p:spPr>
        <p:txBody>
          <a:bodyPr>
            <a:prstTxWarp prst="textSlantUp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Sleeponomics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01" y="73457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</TotalTime>
  <Words>6</Words>
  <Application>Microsoft Office PowerPoint</Application>
  <PresentationFormat>A4 용지(210x297mm)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Sleeponomics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74</cp:revision>
  <dcterms:created xsi:type="dcterms:W3CDTF">2019-10-10T08:42:01Z</dcterms:created>
  <dcterms:modified xsi:type="dcterms:W3CDTF">2024-02-02T09:21:31Z</dcterms:modified>
</cp:coreProperties>
</file>