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9" r:id="rId2"/>
    <p:sldId id="258" r:id="rId3"/>
    <p:sldId id="260" r:id="rId4"/>
    <p:sldId id="261" r:id="rId5"/>
    <p:sldId id="267" r:id="rId6"/>
    <p:sldId id="264" r:id="rId7"/>
  </p:sldIdLst>
  <p:sldSz cx="9906000" cy="6858000" type="A4"/>
  <p:notesSz cx="9923463" cy="67865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19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9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0999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A6B67-5047-42CF-9809-902AD862B613}" type="datetimeFigureOut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0999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8D004-EA30-48C8-B64E-A7498F1E0A0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56937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0999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06763" y="847725"/>
            <a:ext cx="3309937" cy="22907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347" y="3266033"/>
            <a:ext cx="7938770" cy="267221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0999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9402" y="6355580"/>
            <a:ext cx="2228850" cy="365125"/>
          </a:xfrm>
        </p:spPr>
        <p:txBody>
          <a:bodyPr/>
          <a:lstStyle>
            <a:lvl1pPr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69701-C1D0-FABA-C90C-92EFAFC4DFDE}"/>
              </a:ext>
            </a:extLst>
          </p:cNvPr>
          <p:cNvSpPr/>
          <p:nvPr userDrawn="1"/>
        </p:nvSpPr>
        <p:spPr>
          <a:xfrm>
            <a:off x="0" y="683742"/>
            <a:ext cx="9906000" cy="46955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순서도: 지연 6">
            <a:extLst>
              <a:ext uri="{FF2B5EF4-FFF2-40B4-BE49-F238E27FC236}">
                <a16:creationId xmlns:a16="http://schemas.microsoft.com/office/drawing/2014/main" id="{DACEC771-D78A-96F3-843F-24F6DD1B6667}"/>
              </a:ext>
            </a:extLst>
          </p:cNvPr>
          <p:cNvSpPr/>
          <p:nvPr userDrawn="1"/>
        </p:nvSpPr>
        <p:spPr>
          <a:xfrm>
            <a:off x="632254" y="0"/>
            <a:ext cx="8641492" cy="1153297"/>
          </a:xfrm>
          <a:prstGeom prst="flowChartDelay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DA3511B-5275-7820-C059-20FBEAB47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" y="0"/>
            <a:ext cx="9899849" cy="1153297"/>
          </a:xfrm>
          <a:prstGeom prst="rect">
            <a:avLst/>
          </a:prstGeom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A9180F5-C971-F711-4CAC-69F5369905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7B7B7D"/>
              </a:clrFrom>
              <a:clrTo>
                <a:srgbClr val="7B7B7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741" y="6176963"/>
            <a:ext cx="1758518" cy="50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육각형 2"/>
          <p:cNvSpPr/>
          <p:nvPr/>
        </p:nvSpPr>
        <p:spPr>
          <a:xfrm>
            <a:off x="-591674" y="0"/>
            <a:ext cx="5719156" cy="6858000"/>
          </a:xfrm>
          <a:prstGeom prst="hexagon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>
                <a:shade val="50000"/>
                <a:alpha val="99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8678" y="2154100"/>
            <a:ext cx="7274400" cy="1411111"/>
          </a:xfrm>
        </p:spPr>
        <p:txBody>
          <a:bodyPr>
            <a:prstTxWarp prst="textChevron">
              <a:avLst/>
            </a:prstTxWarp>
          </a:bodyPr>
          <a:lstStyle/>
          <a:p>
            <a:r>
              <a:rPr lang="en-US" altLang="ko-KR" b="1" dirty="0">
                <a:effectLst>
                  <a:reflection blurRad="6350" stA="55000" endA="300" endPos="45500" dir="5400000" sy="-100000" algn="bl" rotWithShape="0"/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Health Care</a:t>
            </a:r>
            <a:endParaRPr lang="ko-KR" altLang="en-US" b="1" dirty="0">
              <a:effectLst>
                <a:reflection blurRad="6350" stA="55000" endA="300" endPos="45500" dir="5400000" sy="-100000" algn="bl" rotWithShape="0"/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clrChange>
              <a:clrFrom>
                <a:srgbClr val="7C7C7E"/>
              </a:clrFrom>
              <a:clrTo>
                <a:srgbClr val="7C7C7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320" y="5853119"/>
            <a:ext cx="2321495" cy="70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9044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4438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801</TotalTime>
  <Words>7</Words>
  <Application>Microsoft Office PowerPoint</Application>
  <PresentationFormat>A4 용지(210x297mm)</PresentationFormat>
  <Paragraphs>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굴림</vt:lpstr>
      <vt:lpstr>돋움</vt:lpstr>
      <vt:lpstr>맑은 고딕</vt:lpstr>
      <vt:lpstr>Arial</vt:lpstr>
      <vt:lpstr>Calibri</vt:lpstr>
      <vt:lpstr>Office 테마</vt:lpstr>
      <vt:lpstr>Health Care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준홍 김</cp:lastModifiedBy>
  <cp:revision>131</cp:revision>
  <cp:lastPrinted>2023-03-18T01:50:07Z</cp:lastPrinted>
  <dcterms:created xsi:type="dcterms:W3CDTF">2019-10-10T08:42:01Z</dcterms:created>
  <dcterms:modified xsi:type="dcterms:W3CDTF">2025-08-31T22:55:12Z</dcterms:modified>
</cp:coreProperties>
</file>