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연령대별 흡연</a:t>
            </a:r>
            <a:r>
              <a:rPr lang="ko-KR" altLang="en-US" sz="2400" b="1" baseline="0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및 </a:t>
            </a:r>
            <a:r>
              <a:rPr lang="ko-KR" altLang="en-US" sz="2400" b="1" dirty="0" err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음주율</a:t>
            </a:r>
            <a:r>
              <a:rPr lang="en-US" altLang="ko-KR" sz="2400" b="1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(%)</a:t>
            </a:r>
            <a:endParaRPr lang="ko-KR" sz="2400" b="1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흡연율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26</c:v>
                </c:pt>
                <c:pt idx="1">
                  <c:v>30</c:v>
                </c:pt>
                <c:pt idx="2">
                  <c:v>22</c:v>
                </c:pt>
                <c:pt idx="3">
                  <c:v>19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음주율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AD9-4AEA-9B0B-9A334D38C9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71</c:v>
                </c:pt>
                <c:pt idx="1">
                  <c:v>69</c:v>
                </c:pt>
                <c:pt idx="2">
                  <c:v>65</c:v>
                </c:pt>
                <c:pt idx="3">
                  <c:v>58</c:v>
                </c:pt>
                <c:pt idx="4">
                  <c:v>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3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0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sp>
        <p:nvSpPr>
          <p:cNvPr id="19" name="L 도형 18"/>
          <p:cNvSpPr/>
          <p:nvPr/>
        </p:nvSpPr>
        <p:spPr>
          <a:xfrm flipH="1">
            <a:off x="3902016" y="2254082"/>
            <a:ext cx="4680000" cy="168372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8202" y="1816801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 관리</a:t>
            </a:r>
          </a:p>
        </p:txBody>
      </p:sp>
      <p:sp>
        <p:nvSpPr>
          <p:cNvPr id="29" name="L 도형 28"/>
          <p:cNvSpPr/>
          <p:nvPr/>
        </p:nvSpPr>
        <p:spPr>
          <a:xfrm flipH="1">
            <a:off x="3902016" y="4527505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78202" y="403193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건강을 해치는 흡연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음주</a:t>
            </a:r>
          </a:p>
        </p:txBody>
      </p:sp>
      <p:sp>
        <p:nvSpPr>
          <p:cNvPr id="34" name="L 도형 33"/>
          <p:cNvSpPr/>
          <p:nvPr/>
        </p:nvSpPr>
        <p:spPr>
          <a:xfrm flipH="1">
            <a:off x="3902016" y="3393047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8202" y="291396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균형있는 식생활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9" name="L 도형 38"/>
          <p:cNvSpPr/>
          <p:nvPr/>
        </p:nvSpPr>
        <p:spPr>
          <a:xfrm flipH="1">
            <a:off x="3902016" y="5661704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78202" y="5207146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운동과 식습관 개선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0" t="32052" b="32604"/>
          <a:stretch/>
        </p:blipFill>
        <p:spPr>
          <a:xfrm>
            <a:off x="409198" y="1648539"/>
            <a:ext cx="2019905" cy="1777131"/>
          </a:xfrm>
          <a:prstGeom prst="rect">
            <a:avLst/>
          </a:prstGeom>
        </p:spPr>
      </p:pic>
      <p:sp>
        <p:nvSpPr>
          <p:cNvPr id="3" name="사각형: 잘린 대각선 방향 모서리 2"/>
          <p:cNvSpPr/>
          <p:nvPr/>
        </p:nvSpPr>
        <p:spPr>
          <a:xfrm>
            <a:off x="2873209" y="1780909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사각형: 잘린 대각선 방향 모서리 27"/>
          <p:cNvSpPr/>
          <p:nvPr/>
        </p:nvSpPr>
        <p:spPr>
          <a:xfrm>
            <a:off x="2873209" y="4053761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사각형: 잘린 대각선 방향 모서리 32"/>
          <p:cNvSpPr/>
          <p:nvPr/>
        </p:nvSpPr>
        <p:spPr>
          <a:xfrm>
            <a:off x="2873209" y="2919642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8" name="사각형: 잘린 대각선 방향 모서리 37"/>
          <p:cNvSpPr/>
          <p:nvPr/>
        </p:nvSpPr>
        <p:spPr>
          <a:xfrm>
            <a:off x="2873209" y="5187880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건강 관리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5095" y="1581049"/>
            <a:ext cx="6910388" cy="2149475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In general, health care refers to physical health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Regular health care satisfies one's desire for health and makes one mentally happy</a:t>
            </a:r>
            <a:endParaRPr lang="ko-KR" altLang="en-US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05095" y="3879442"/>
            <a:ext cx="858665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건강 관리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일반적으로 신체적 건강을 가리키는 경우가 많으며 규칙적인 건강 관리는 자신의 건강을 향한 욕구를 충족시키는 동시에 정신적으로도 행복하게 함</a:t>
            </a:r>
            <a:endParaRPr lang="en-US" altLang="ko-KR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4898" y="1905000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 </a:t>
            </a:r>
            <a:r>
              <a:rPr lang="ko-KR" altLang="en-US" dirty="0" err="1">
                <a:cs typeface="+mn-cs"/>
              </a:rPr>
              <a:t>균형있는</a:t>
            </a:r>
            <a:r>
              <a:rPr lang="ko-KR" altLang="en-US" dirty="0">
                <a:cs typeface="+mn-cs"/>
              </a:rPr>
              <a:t> 식생활</a:t>
            </a:r>
            <a:endParaRPr lang="ko-KR" altLang="en-US" dirty="0"/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682794" y="1533574"/>
            <a:ext cx="2595600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77501" y="1533574"/>
            <a:ext cx="2502859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788986" y="1533574"/>
            <a:ext cx="2672056" cy="842962"/>
          </a:xfrm>
          <a:prstGeom prst="rtTriangle">
            <a:avLst/>
          </a:prstGeom>
          <a:solidFill>
            <a:schemeClr val="accent5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오각형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682794" y="1533573"/>
            <a:ext cx="2595600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밥류</a:t>
            </a:r>
          </a:p>
        </p:txBody>
      </p:sp>
      <p:sp>
        <p:nvSpPr>
          <p:cNvPr id="13" name="오각형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77501" y="1533573"/>
            <a:ext cx="2502859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면류</a:t>
            </a:r>
          </a:p>
        </p:txBody>
      </p:sp>
      <p:sp>
        <p:nvSpPr>
          <p:cNvPr id="14" name="오각형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797612" y="1533573"/>
            <a:ext cx="2669891" cy="844089"/>
          </a:xfrm>
          <a:prstGeom prst="pentagon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빵류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>
            <a:off x="448736" y="2375704"/>
            <a:ext cx="1251339" cy="1204961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구분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>
            <a:off x="448736" y="4714695"/>
            <a:ext cx="1251337" cy="1136805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비선호</a:t>
            </a: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>
            <a:off x="448736" y="3581792"/>
            <a:ext cx="1251339" cy="1141530"/>
          </a:xfrm>
          <a:prstGeom prst="teardrop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선호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9CB352A-EDBE-4FC2-96CC-BAA4DBC177D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97372541"/>
              </p:ext>
            </p:extLst>
          </p:nvPr>
        </p:nvGraphicFramePr>
        <p:xfrm>
          <a:off x="1689118" y="2376488"/>
          <a:ext cx="7778385" cy="346904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92795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2522161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  <a:gridCol w="2663429">
                  <a:extLst>
                    <a:ext uri="{9D8B030D-6E8A-4147-A177-3AD203B41FA5}">
                      <a16:colId xmlns:a16="http://schemas.microsoft.com/office/drawing/2014/main" val="2204403766"/>
                    </a:ext>
                  </a:extLst>
                </a:gridCol>
              </a:tblGrid>
              <a:tr h="121124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진지한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쌀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현미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잡곡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다양한 형태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국수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라면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스파게티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간편한 식사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식빵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도넛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 </a:t>
                      </a: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바게트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113489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건강에 좋기 때문에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소화가 잘 되어서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빠른 시간 먹기 편해서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식감이 좋아서</a:t>
                      </a:r>
                      <a:endParaRPr lang="en-US" altLang="ko-KR" sz="180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휴대가 편리해서</a:t>
                      </a:r>
                      <a:r>
                        <a:rPr lang="en-US" altLang="ko-KR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,</a:t>
                      </a: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음료와 어울려서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1122902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식단 준비의 번거로움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밥이 곧 식사라는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이미지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선택적 간식거리로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baseline="0" dirty="0">
                          <a:latin typeface="굴림" panose="020B0600000101010101" pitchFamily="50" charset="-127"/>
                          <a:ea typeface="굴림" panose="020B0600000101010101" pitchFamily="50" charset="-127"/>
                          <a:cs typeface="ZWAdobeF" pitchFamily="2" charset="0"/>
                        </a:rPr>
                        <a:t>인식</a:t>
                      </a:r>
                      <a:endParaRPr lang="en-US" altLang="ko-KR" sz="1800" baseline="0" dirty="0">
                        <a:latin typeface="굴림" panose="020B0600000101010101" pitchFamily="50" charset="-127"/>
                        <a:ea typeface="굴림" panose="020B0600000101010101" pitchFamily="50" charset="-127"/>
                        <a:cs typeface="ZWAdobeF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건강을 해치는 흡연</a:t>
            </a:r>
            <a:r>
              <a:rPr lang="en-US" altLang="ko-KR" dirty="0"/>
              <a:t>/</a:t>
            </a:r>
            <a:r>
              <a:rPr lang="ko-KR" altLang="en-US" dirty="0"/>
              <a:t>음주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4517506"/>
              </p:ext>
            </p:extLst>
          </p:nvPr>
        </p:nvGraphicFramePr>
        <p:xfrm>
          <a:off x="681037" y="1418818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4823399" y="2258099"/>
            <a:ext cx="2769078" cy="474453"/>
          </a:xfrm>
          <a:prstGeom prst="flowChartDisplay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20~30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대 높음</a:t>
            </a:r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791</TotalTime>
  <Words>149</Words>
  <Application>Microsoft Office PowerPoint</Application>
  <PresentationFormat>A4 용지(210x297mm)</PresentationFormat>
  <Paragraphs>49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Health Care</vt:lpstr>
      <vt:lpstr>  목차</vt:lpstr>
      <vt:lpstr>1. 건강 관리</vt:lpstr>
      <vt:lpstr>2. 균형있는 식생활</vt:lpstr>
      <vt:lpstr>3. 건강을 해치는 흡연/음주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126</cp:revision>
  <cp:lastPrinted>2023-03-18T01:50:07Z</cp:lastPrinted>
  <dcterms:created xsi:type="dcterms:W3CDTF">2019-10-10T08:42:01Z</dcterms:created>
  <dcterms:modified xsi:type="dcterms:W3CDTF">2024-02-02T09:10:13Z</dcterms:modified>
</cp:coreProperties>
</file>