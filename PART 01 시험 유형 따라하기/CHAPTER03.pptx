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644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8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2FA7E-5816-4D59-A577-E7022ADE44CD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C70FB-9DE4-4736-BDF4-8CF63472AF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678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79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62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95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64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089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5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99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594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14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119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34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799F5A0-017E-F170-D685-4F2A69E5358F}"/>
              </a:ext>
            </a:extLst>
          </p:cNvPr>
          <p:cNvSpPr/>
          <p:nvPr userDrawn="1"/>
        </p:nvSpPr>
        <p:spPr>
          <a:xfrm>
            <a:off x="0" y="612000"/>
            <a:ext cx="9906000" cy="54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26420-4545-4CF2-BF52-022BBE086F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811413E-5B5F-EC47-921F-3EE57EAC1AD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0" y="6264000"/>
            <a:ext cx="1479628" cy="547200"/>
          </a:xfrm>
          <a:prstGeom prst="rect">
            <a:avLst/>
          </a:prstGeom>
        </p:spPr>
      </p:pic>
      <p:sp>
        <p:nvSpPr>
          <p:cNvPr id="12" name="사각형: 둥근 한쪽 모서리 11">
            <a:extLst>
              <a:ext uri="{FF2B5EF4-FFF2-40B4-BE49-F238E27FC236}">
                <a16:creationId xmlns:a16="http://schemas.microsoft.com/office/drawing/2014/main" id="{BC97B647-C187-1811-122A-DD54E3BBF4A8}"/>
              </a:ext>
            </a:extLst>
          </p:cNvPr>
          <p:cNvSpPr/>
          <p:nvPr userDrawn="1"/>
        </p:nvSpPr>
        <p:spPr>
          <a:xfrm>
            <a:off x="0" y="0"/>
            <a:ext cx="8820000" cy="1152000"/>
          </a:xfrm>
          <a:prstGeom prst="round1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9906000" cy="115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8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돋움" panose="020B0600000101010101" pitchFamily="50" charset="-127"/>
          <a:ea typeface="돋움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56D8512-E958-D707-3D9A-236780176ECE}"/>
              </a:ext>
            </a:extLst>
          </p:cNvPr>
          <p:cNvSpPr/>
          <p:nvPr/>
        </p:nvSpPr>
        <p:spPr>
          <a:xfrm>
            <a:off x="0" y="0"/>
            <a:ext cx="5580000" cy="6858000"/>
          </a:xfrm>
          <a:prstGeom prst="rect">
            <a:avLst/>
          </a:prstGeom>
          <a:blipFill dpi="0" rotWithShape="1">
            <a:blip r:embed="rId2">
              <a:alphaModFix amt="50000"/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0AA5AA-2595-8DA5-CAC7-6DA52BBAEE2E}"/>
              </a:ext>
            </a:extLst>
          </p:cNvPr>
          <p:cNvSpPr/>
          <p:nvPr/>
        </p:nvSpPr>
        <p:spPr>
          <a:xfrm>
            <a:off x="1623600" y="2797200"/>
            <a:ext cx="6973200" cy="141840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Triangle">
              <a:avLst/>
            </a:prstTxWarp>
            <a:spAutoFit/>
          </a:bodyPr>
          <a:lstStyle/>
          <a:p>
            <a:pPr algn="ctr"/>
            <a:r>
              <a:rPr lang="en-US" altLang="ko-KR" sz="5400" b="1" cap="none" spc="0">
                <a:ln w="0"/>
                <a:effectLst>
                  <a:reflection blurRad="6350" stA="50000" endA="300" endPos="50000" dist="29997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Mixed Reality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096D12D-E1A5-93CD-EBA3-B3C09E7A7C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9D9B"/>
              </a:clrFrom>
              <a:clrTo>
                <a:srgbClr val="9D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0" y="126000"/>
            <a:ext cx="2214000" cy="81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83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04550-297B-FD10-FE83-88323A078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CCC915-CE5E-9D9A-ACC5-9F68EF749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9B3166-0FC1-D23A-5A52-06840F8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97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C7F2-448C-B836-E564-2577DE60E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1623E6-EDD4-FB1C-D7E8-70227A39C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A168-64E9-08CD-FE9A-6F0FD2F9B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465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2CFD4-5638-1A4F-0684-DC121B66E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16D01-9D64-B0CE-11B3-9D8A14AB4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CC8098-7EDA-4F89-0F4A-93E89FD07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803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72CBD-5632-57D5-C6A0-408E5422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88617-57D1-0EF2-2656-B553C9A3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CF9B66-0F6E-55EF-F394-EDDB2F714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07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8C30BF-4C98-5685-E006-92B4A808B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EBB802-78B5-1DEE-BCC8-5BC70DA2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2D9346-789B-0966-F0D9-3AF20034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26420-4545-4CF2-BF52-022BBE086FC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961</TotalTime>
  <Words>7</Words>
  <Application>Microsoft Office PowerPoint</Application>
  <PresentationFormat>A4 용지(210x297mm)</PresentationFormat>
  <Paragraphs>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돋움</vt:lpstr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영진닷컴</dc:creator>
  <cp:lastModifiedBy>영진닷컴</cp:lastModifiedBy>
  <cp:revision>3</cp:revision>
  <dcterms:created xsi:type="dcterms:W3CDTF">2023-12-06T01:53:31Z</dcterms:created>
  <dcterms:modified xsi:type="dcterms:W3CDTF">2024-02-02T09:22:37Z</dcterms:modified>
</cp:coreProperties>
</file>