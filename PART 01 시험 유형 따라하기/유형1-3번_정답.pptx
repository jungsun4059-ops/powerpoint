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356352"/>
            <a:ext cx="2228850" cy="365125"/>
          </a:xfrm>
        </p:spPr>
        <p:txBody>
          <a:bodyPr/>
          <a:lstStyle>
            <a:lvl1pPr algn="ctr"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DF9E731E-3FEE-1D6A-6EC3-CA0122511138}"/>
              </a:ext>
            </a:extLst>
          </p:cNvPr>
          <p:cNvSpPr/>
          <p:nvPr userDrawn="1"/>
        </p:nvSpPr>
        <p:spPr>
          <a:xfrm flipH="1">
            <a:off x="0" y="600635"/>
            <a:ext cx="9906000" cy="552662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빗면 7">
            <a:extLst>
              <a:ext uri="{FF2B5EF4-FFF2-40B4-BE49-F238E27FC236}">
                <a16:creationId xmlns:a16="http://schemas.microsoft.com/office/drawing/2014/main" id="{54899E65-DB58-365F-E83C-F82FFB31FE09}"/>
              </a:ext>
            </a:extLst>
          </p:cNvPr>
          <p:cNvSpPr/>
          <p:nvPr userDrawn="1"/>
        </p:nvSpPr>
        <p:spPr>
          <a:xfrm flipH="1">
            <a:off x="1147725" y="0"/>
            <a:ext cx="7610550" cy="1153297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512B37-9BAB-DD61-6392-CC3E01BE9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94" y="6257241"/>
            <a:ext cx="1479665" cy="54721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4676058-C2F6-CE06-4361-207B7E81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3936274"/>
            <a:ext cx="9906000" cy="2921726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763" y="1532811"/>
            <a:ext cx="5922474" cy="1466170"/>
          </a:xfrm>
        </p:spPr>
        <p:txBody>
          <a:bodyPr>
            <a:prstTxWarp prst="textChevronInverted">
              <a:avLst/>
            </a:prstTxWarp>
          </a:bodyPr>
          <a:lstStyle/>
          <a:p>
            <a:r>
              <a:rPr lang="en-US" altLang="ko-KR" sz="6000" b="1" dirty="0">
                <a:effectLst>
                  <a:reflection blurRad="6350" stA="60000" endA="900" endPos="58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Chronic Fatigue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618" y="44125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 w="3175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  <a:latin typeface="굴림" pitchFamily="50" charset="-127"/>
            <a:ea typeface="굴림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1001</TotalTime>
  <Words>7</Words>
  <Application>Microsoft Office PowerPoint</Application>
  <PresentationFormat>A4 용지(210x297mm)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돋움</vt:lpstr>
      <vt:lpstr>맑은 고딕</vt:lpstr>
      <vt:lpstr>Arial</vt:lpstr>
      <vt:lpstr>Calibri</vt:lpstr>
      <vt:lpstr>Office 테마</vt:lpstr>
      <vt:lpstr>Chronic Fatigue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104</cp:revision>
  <dcterms:created xsi:type="dcterms:W3CDTF">2019-10-10T08:42:01Z</dcterms:created>
  <dcterms:modified xsi:type="dcterms:W3CDTF">2024-02-02T09:21:04Z</dcterms:modified>
</cp:coreProperties>
</file>