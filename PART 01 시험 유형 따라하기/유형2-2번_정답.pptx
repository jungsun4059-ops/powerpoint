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7" r:id="rId6"/>
    <p:sldId id="264" r:id="rId7"/>
  </p:sldIdLst>
  <p:sldSz cx="9906000" cy="6858000" type="A4"/>
  <p:notesSz cx="9923463" cy="67865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A6B67-5047-42CF-9809-902AD862B613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D004-EA30-48C8-B64E-A7498F1E0A0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693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7725"/>
            <a:ext cx="3309937" cy="22907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347" y="3266033"/>
            <a:ext cx="7938770" cy="267221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69701-C1D0-FABA-C90C-92EFAFC4DFDE}"/>
              </a:ext>
            </a:extLst>
          </p:cNvPr>
          <p:cNvSpPr/>
          <p:nvPr userDrawn="1"/>
        </p:nvSpPr>
        <p:spPr>
          <a:xfrm>
            <a:off x="0" y="683742"/>
            <a:ext cx="9906000" cy="4695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순서도: 지연 6">
            <a:extLst>
              <a:ext uri="{FF2B5EF4-FFF2-40B4-BE49-F238E27FC236}">
                <a16:creationId xmlns:a16="http://schemas.microsoft.com/office/drawing/2014/main" id="{DACEC771-D78A-96F3-843F-24F6DD1B6667}"/>
              </a:ext>
            </a:extLst>
          </p:cNvPr>
          <p:cNvSpPr/>
          <p:nvPr userDrawn="1"/>
        </p:nvSpPr>
        <p:spPr>
          <a:xfrm>
            <a:off x="632254" y="0"/>
            <a:ext cx="8641492" cy="1153297"/>
          </a:xfrm>
          <a:prstGeom prst="flowChartDelay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A3511B-5275-7820-C059-20FBEAB4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9180F5-C971-F711-4CAC-69F5369905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B7B7D"/>
              </a:clrFrom>
              <a:clrTo>
                <a:srgbClr val="7B7B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741" y="6176963"/>
            <a:ext cx="1758518" cy="5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육각형 2"/>
          <p:cNvSpPr/>
          <p:nvPr/>
        </p:nvSpPr>
        <p:spPr>
          <a:xfrm>
            <a:off x="0" y="0"/>
            <a:ext cx="5719156" cy="6858000"/>
          </a:xfrm>
          <a:prstGeom prst="hexagon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shade val="50000"/>
                <a:alpha val="99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678" y="2154100"/>
            <a:ext cx="7274400" cy="1411111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300" endPos="45500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  <a:endParaRPr lang="ko-KR" altLang="en-US" b="1" dirty="0">
              <a:effectLst>
                <a:reflection blurRad="6350" stA="55000" endA="300" endPos="45500" dir="5400000" sy="-100000" algn="bl" rotWithShape="0"/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320" y="5853119"/>
            <a:ext cx="2321495" cy="7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sp>
        <p:nvSpPr>
          <p:cNvPr id="19" name="L 도형 18"/>
          <p:cNvSpPr/>
          <p:nvPr/>
        </p:nvSpPr>
        <p:spPr>
          <a:xfrm flipH="1">
            <a:off x="3902016" y="2254082"/>
            <a:ext cx="4680000" cy="168372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78202" y="1816801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 관리</a:t>
            </a:r>
          </a:p>
        </p:txBody>
      </p:sp>
      <p:sp>
        <p:nvSpPr>
          <p:cNvPr id="29" name="L 도형 28"/>
          <p:cNvSpPr/>
          <p:nvPr/>
        </p:nvSpPr>
        <p:spPr>
          <a:xfrm flipH="1">
            <a:off x="3902016" y="4527505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78202" y="403193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건강을 해치는 흡연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음주</a:t>
            </a:r>
          </a:p>
        </p:txBody>
      </p:sp>
      <p:sp>
        <p:nvSpPr>
          <p:cNvPr id="34" name="L 도형 33"/>
          <p:cNvSpPr/>
          <p:nvPr/>
        </p:nvSpPr>
        <p:spPr>
          <a:xfrm flipH="1">
            <a:off x="3902016" y="3393047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8202" y="291396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2" action="ppaction://hlinksldjump"/>
              </a:rPr>
              <a:t>균형있는 식생활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9" name="L 도형 38"/>
          <p:cNvSpPr/>
          <p:nvPr/>
        </p:nvSpPr>
        <p:spPr>
          <a:xfrm flipH="1">
            <a:off x="3902016" y="5661704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78202" y="5207146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운동과 식습관 개선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00" t="32052" b="32604"/>
          <a:stretch/>
        </p:blipFill>
        <p:spPr>
          <a:xfrm>
            <a:off x="409198" y="1648539"/>
            <a:ext cx="2019905" cy="1777131"/>
          </a:xfrm>
          <a:prstGeom prst="rect">
            <a:avLst/>
          </a:prstGeom>
        </p:spPr>
      </p:pic>
      <p:sp>
        <p:nvSpPr>
          <p:cNvPr id="3" name="사각형: 잘린 대각선 방향 모서리 2"/>
          <p:cNvSpPr/>
          <p:nvPr/>
        </p:nvSpPr>
        <p:spPr>
          <a:xfrm>
            <a:off x="2873209" y="1780909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사각형: 잘린 대각선 방향 모서리 27"/>
          <p:cNvSpPr/>
          <p:nvPr/>
        </p:nvSpPr>
        <p:spPr>
          <a:xfrm>
            <a:off x="2873209" y="4053761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3" name="사각형: 잘린 대각선 방향 모서리 32"/>
          <p:cNvSpPr/>
          <p:nvPr/>
        </p:nvSpPr>
        <p:spPr>
          <a:xfrm>
            <a:off x="2873209" y="2919642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8" name="사각형: 잘린 대각선 방향 모서리 37"/>
          <p:cNvSpPr/>
          <p:nvPr/>
        </p:nvSpPr>
        <p:spPr>
          <a:xfrm>
            <a:off x="2873209" y="5187880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04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43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799</TotalTime>
  <Words>25</Words>
  <Application>Microsoft Office PowerPoint</Application>
  <PresentationFormat>A4 용지(210x297mm)</PresentationFormat>
  <Paragraphs>15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돋움</vt:lpstr>
      <vt:lpstr>맑은 고딕</vt:lpstr>
      <vt:lpstr>Arial</vt:lpstr>
      <vt:lpstr>Calibri</vt:lpstr>
      <vt:lpstr>Office 테마</vt:lpstr>
      <vt:lpstr>Health Care</vt:lpstr>
      <vt:lpstr>  목차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129</cp:revision>
  <cp:lastPrinted>2023-03-18T01:50:07Z</cp:lastPrinted>
  <dcterms:created xsi:type="dcterms:W3CDTF">2019-10-10T08:42:01Z</dcterms:created>
  <dcterms:modified xsi:type="dcterms:W3CDTF">2024-02-02T09:17:57Z</dcterms:modified>
</cp:coreProperties>
</file>