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9" r:id="rId2"/>
    <p:sldId id="258" r:id="rId3"/>
    <p:sldId id="260" r:id="rId4"/>
    <p:sldId id="261" r:id="rId5"/>
    <p:sldId id="262" r:id="rId6"/>
    <p:sldId id="265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19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0D0A15-FC92-4F01-96A1-FB1948B422D4}" type="datetimeFigureOut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1D6E6-4813-4D2A-B51F-CD2C0EBAD05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32123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16C3-086C-4999-9D43-E0453338D530}" type="datetimeFigureOut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097A8-FC4E-4A31-A641-44758014BD4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31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88F5D5-D739-4194-9FB2-B3FFF2557B62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34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AF39B6C1-C06A-4EC1-A19F-0D832ECFCA8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69402" y="6355580"/>
            <a:ext cx="2228850" cy="365125"/>
          </a:xfrm>
        </p:spPr>
        <p:txBody>
          <a:bodyPr/>
          <a:lstStyle>
            <a:lvl1pPr>
              <a:defRPr sz="1300"/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88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3892CB-BD2D-4A71-8D3D-DCEEE98ECA8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285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924DC29-BEBB-424F-831F-847E9A04BE09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410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CEB95358-A838-478D-9B72-79859A83FD9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8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화살표: 갈매기형 수장 5">
            <a:extLst>
              <a:ext uri="{FF2B5EF4-FFF2-40B4-BE49-F238E27FC236}">
                <a16:creationId xmlns:a16="http://schemas.microsoft.com/office/drawing/2014/main" id="{7AD81B74-0088-81CE-4CC2-A316828B1285}"/>
              </a:ext>
            </a:extLst>
          </p:cNvPr>
          <p:cNvSpPr/>
          <p:nvPr userDrawn="1"/>
        </p:nvSpPr>
        <p:spPr>
          <a:xfrm flipH="1">
            <a:off x="0" y="826476"/>
            <a:ext cx="9906000" cy="325523"/>
          </a:xfrm>
          <a:prstGeom prst="chevro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물결 6">
            <a:extLst>
              <a:ext uri="{FF2B5EF4-FFF2-40B4-BE49-F238E27FC236}">
                <a16:creationId xmlns:a16="http://schemas.microsoft.com/office/drawing/2014/main" id="{DE88A014-E4E8-DB11-7C6B-DBE6799C32F2}"/>
              </a:ext>
            </a:extLst>
          </p:cNvPr>
          <p:cNvSpPr/>
          <p:nvPr userDrawn="1"/>
        </p:nvSpPr>
        <p:spPr>
          <a:xfrm>
            <a:off x="1089804" y="0"/>
            <a:ext cx="7726392" cy="1152000"/>
          </a:xfrm>
          <a:prstGeom prst="wav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0E9410C-53BF-ED51-2608-8DC4A72458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6265307"/>
            <a:ext cx="1479665" cy="54721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2AA3206-5E94-3FD4-94A5-012D62B67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" y="0"/>
            <a:ext cx="9899849" cy="1152000"/>
          </a:xfrm>
          <a:prstGeom prst="rect">
            <a:avLst/>
          </a:prstGeom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6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E52529-CE08-4C4E-88D6-ECF8AD3D837F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12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9743A8B-73CB-479E-98FA-9C44118C786D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33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493C1A0-D60E-4A2A-A02E-AC8186A6BAE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612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068FCF2-0E46-4553-8496-689BE494DA6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82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35FBC78-C7A9-4B14-A845-FC2879A5F94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49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173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5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데이터 2"/>
          <p:cNvSpPr/>
          <p:nvPr/>
        </p:nvSpPr>
        <p:spPr>
          <a:xfrm>
            <a:off x="4186844" y="0"/>
            <a:ext cx="5719156" cy="6858000"/>
          </a:xfrm>
          <a:prstGeom prst="flowChartInputOutpu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417A86-4430-4B4F-A502-D670DF6CC75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45" y="236947"/>
            <a:ext cx="2181080" cy="80661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B08C1C9-8BFC-4BE1-8505-B31AFCC1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0655" y="2587800"/>
            <a:ext cx="7274400" cy="1411111"/>
          </a:xfrm>
          <a:effectLst>
            <a:reflection blurRad="6350" stA="52000" endA="300" endPos="35000" dir="5400000" sy="-100000" algn="bl" rotWithShape="0"/>
          </a:effectLst>
        </p:spPr>
        <p:txBody>
          <a:bodyPr>
            <a:prstTxWarp prst="textFadeLeft">
              <a:avLst/>
            </a:prstTxWarp>
          </a:bodyPr>
          <a:lstStyle/>
          <a:p>
            <a:r>
              <a:rPr lang="en-US" altLang="ko-KR" b="1" dirty="0">
                <a:effectLst>
                  <a:reflection blurRad="6350" stA="55000" endA="50" endPos="85000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Children Education</a:t>
            </a:r>
            <a:r>
              <a:rPr lang="ko-KR" altLang="en-US" b="1" dirty="0">
                <a:effectLst>
                  <a:reflection blurRad="6350" stA="55000" endA="50" endPos="85000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23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F67A3-2BEF-4441-96D7-AC1E5C27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80A21B-1C34-4403-A974-17613A903BF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19" name="화살표: 오른쪽 18"/>
          <p:cNvSpPr/>
          <p:nvPr/>
        </p:nvSpPr>
        <p:spPr>
          <a:xfrm>
            <a:off x="1682147" y="2265875"/>
            <a:ext cx="4925679" cy="25466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11701" y="1851307"/>
            <a:ext cx="4306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자녀 교육</a:t>
            </a:r>
          </a:p>
        </p:txBody>
      </p:sp>
      <p:sp>
        <p:nvSpPr>
          <p:cNvPr id="29" name="화살표: 오른쪽 28"/>
          <p:cNvSpPr/>
          <p:nvPr/>
        </p:nvSpPr>
        <p:spPr>
          <a:xfrm>
            <a:off x="1682147" y="4539299"/>
            <a:ext cx="4925679" cy="25466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411701" y="4070753"/>
            <a:ext cx="4437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  <a:hlinkClick r:id="rId2" action="ppaction://hlinksldjump"/>
              </a:rPr>
              <a:t>사교육 과목 구성율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4" name="화살표: 오른쪽 33"/>
          <p:cNvSpPr/>
          <p:nvPr/>
        </p:nvSpPr>
        <p:spPr>
          <a:xfrm>
            <a:off x="1682147" y="3404841"/>
            <a:ext cx="4925679" cy="25466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411701" y="2948475"/>
            <a:ext cx="4306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학습지 구독</a:t>
            </a:r>
          </a:p>
        </p:txBody>
      </p:sp>
      <p:sp>
        <p:nvSpPr>
          <p:cNvPr id="39" name="화살표: 오른쪽 38"/>
          <p:cNvSpPr/>
          <p:nvPr/>
        </p:nvSpPr>
        <p:spPr>
          <a:xfrm>
            <a:off x="1682147" y="5673498"/>
            <a:ext cx="4925679" cy="25466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403388" y="5241652"/>
            <a:ext cx="4306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변화하는 교육 트렌드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298" b="67465"/>
          <a:stretch/>
        </p:blipFill>
        <p:spPr>
          <a:xfrm>
            <a:off x="7369955" y="1690478"/>
            <a:ext cx="1999172" cy="1775694"/>
          </a:xfrm>
          <a:prstGeom prst="rect">
            <a:avLst/>
          </a:prstGeom>
        </p:spPr>
      </p:pic>
      <p:sp>
        <p:nvSpPr>
          <p:cNvPr id="3" name="사다리꼴 2"/>
          <p:cNvSpPr/>
          <p:nvPr/>
        </p:nvSpPr>
        <p:spPr>
          <a:xfrm>
            <a:off x="998395" y="1815415"/>
            <a:ext cx="1408702" cy="642604"/>
          </a:xfrm>
          <a:prstGeom prst="trapezoid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A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8" name="사다리꼴 27"/>
          <p:cNvSpPr/>
          <p:nvPr/>
        </p:nvSpPr>
        <p:spPr>
          <a:xfrm>
            <a:off x="998395" y="4088267"/>
            <a:ext cx="1408702" cy="642604"/>
          </a:xfrm>
          <a:prstGeom prst="trapezoid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C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" name="사다리꼴 32"/>
          <p:cNvSpPr/>
          <p:nvPr/>
        </p:nvSpPr>
        <p:spPr>
          <a:xfrm>
            <a:off x="998395" y="2954148"/>
            <a:ext cx="1408702" cy="642604"/>
          </a:xfrm>
          <a:prstGeom prst="trapezoid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B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8" name="사다리꼴 37"/>
          <p:cNvSpPr/>
          <p:nvPr/>
        </p:nvSpPr>
        <p:spPr>
          <a:xfrm>
            <a:off x="998395" y="5222386"/>
            <a:ext cx="1408702" cy="642604"/>
          </a:xfrm>
          <a:prstGeom prst="trapezoid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D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499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858544-C66C-4DCC-8236-11BE5768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056FBD-BCC7-4E75-B5E6-4FBC7AE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0122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90991D5-C103-4BC1-9A08-CD7E6ECF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F65C8A-5058-4601-9F8E-2410953815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48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FAB0D0-AF68-4A64-9522-052C3F3E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0440D4-52C5-4F9F-A507-04557B9A8BF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821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98731A-7DBC-4F86-9832-AD41B1C3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11138DC-642E-4E98-9ED1-8275F76599B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365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843</TotalTime>
  <Words>22</Words>
  <Application>Microsoft Office PowerPoint</Application>
  <PresentationFormat>A4 용지(210x297mm)</PresentationFormat>
  <Paragraphs>15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굴림</vt:lpstr>
      <vt:lpstr>돋움</vt:lpstr>
      <vt:lpstr>맑은 고딕</vt:lpstr>
      <vt:lpstr>Arial</vt:lpstr>
      <vt:lpstr>Calibri</vt:lpstr>
      <vt:lpstr>Office 테마</vt:lpstr>
      <vt:lpstr>Children Education </vt:lpstr>
      <vt:lpstr>목차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영진닷컴</cp:lastModifiedBy>
  <cp:revision>134</cp:revision>
  <cp:lastPrinted>2023-03-18T02:07:20Z</cp:lastPrinted>
  <dcterms:created xsi:type="dcterms:W3CDTF">2019-10-10T08:42:01Z</dcterms:created>
  <dcterms:modified xsi:type="dcterms:W3CDTF">2024-02-02T09:18:18Z</dcterms:modified>
</cp:coreProperties>
</file>