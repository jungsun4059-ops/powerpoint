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31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Ⅱ. VR, AR, MR </a:t>
            </a:r>
            <a:r>
              <a:rPr lang="ko-KR" altLang="en-US"/>
              <a:t>기술 비교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0940A5-9480-8A28-223B-5A3C6226D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85303"/>
              </p:ext>
            </p:extLst>
          </p:nvPr>
        </p:nvGraphicFramePr>
        <p:xfrm>
          <a:off x="1666875" y="2343150"/>
          <a:ext cx="7658100" cy="37528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6687207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4588730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605185899"/>
                    </a:ext>
                  </a:extLst>
                </a:gridCol>
              </a:tblGrid>
              <a:tr h="1395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세계를 차단하고 디지털 환경만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위에 가상 정보를 업혀서 보여주는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기반에 가상 정보를 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39021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뛰어남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우수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사실감</a:t>
                      </a:r>
                      <a:r>
                        <a:rPr lang="en-US" altLang="ko-KR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극대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95179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약함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시야와 정보 분리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떨어짐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데이터의 대용량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장비나 기술적 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73447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7CD04-B37A-301C-F57C-562C0FE10C04}"/>
              </a:ext>
            </a:extLst>
          </p:cNvPr>
          <p:cNvGrpSpPr/>
          <p:nvPr/>
        </p:nvGrpSpPr>
        <p:grpSpPr>
          <a:xfrm>
            <a:off x="1666875" y="1419225"/>
            <a:ext cx="2557462" cy="923925"/>
            <a:chOff x="1666875" y="1419225"/>
            <a:chExt cx="2543175" cy="92392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FEF59EC1-5EFB-956D-D020-021BE2A108F6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십자형 8">
              <a:extLst>
                <a:ext uri="{FF2B5EF4-FFF2-40B4-BE49-F238E27FC236}">
                  <a16:creationId xmlns:a16="http://schemas.microsoft.com/office/drawing/2014/main" id="{C711AFC1-D55E-2E97-46E5-48F720A6D3C1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가상현실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(VR)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4C620-6EDF-D612-B9F2-35F3979339C7}"/>
              </a:ext>
            </a:extLst>
          </p:cNvPr>
          <p:cNvGrpSpPr/>
          <p:nvPr/>
        </p:nvGrpSpPr>
        <p:grpSpPr>
          <a:xfrm>
            <a:off x="4224337" y="1419225"/>
            <a:ext cx="2543175" cy="923925"/>
            <a:chOff x="1666875" y="1419225"/>
            <a:chExt cx="2543175" cy="923925"/>
          </a:xfrm>
        </p:grpSpPr>
        <p:sp>
          <p:nvSpPr>
            <p:cNvPr id="32" name="사각형: 잘린 한쪽 모서리 31">
              <a:extLst>
                <a:ext uri="{FF2B5EF4-FFF2-40B4-BE49-F238E27FC236}">
                  <a16:creationId xmlns:a16="http://schemas.microsoft.com/office/drawing/2014/main" id="{5D8C52E7-3386-F371-BA79-E7C91DCD8C1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십자형 32">
              <a:extLst>
                <a:ext uri="{FF2B5EF4-FFF2-40B4-BE49-F238E27FC236}">
                  <a16:creationId xmlns:a16="http://schemas.microsoft.com/office/drawing/2014/main" id="{2C7C478D-3C05-3899-3D08-725ABDC4380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증강현실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(AR)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46F9F6-90AB-6909-3F5D-FE3F7FE04AF3}"/>
              </a:ext>
            </a:extLst>
          </p:cNvPr>
          <p:cNvGrpSpPr/>
          <p:nvPr/>
        </p:nvGrpSpPr>
        <p:grpSpPr>
          <a:xfrm>
            <a:off x="6767512" y="1419225"/>
            <a:ext cx="2557463" cy="923925"/>
            <a:chOff x="1666875" y="1419225"/>
            <a:chExt cx="2543175" cy="923925"/>
          </a:xfrm>
        </p:grpSpPr>
        <p:sp>
          <p:nvSpPr>
            <p:cNvPr id="35" name="사각형: 잘린 한쪽 모서리 34">
              <a:extLst>
                <a:ext uri="{FF2B5EF4-FFF2-40B4-BE49-F238E27FC236}">
                  <a16:creationId xmlns:a16="http://schemas.microsoft.com/office/drawing/2014/main" id="{F8644F8D-E3AA-55E8-6CFE-3C179564F3A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십자형 35">
              <a:extLst>
                <a:ext uri="{FF2B5EF4-FFF2-40B4-BE49-F238E27FC236}">
                  <a16:creationId xmlns:a16="http://schemas.microsoft.com/office/drawing/2014/main" id="{330423F2-B22C-0224-70D1-2D3C3EEA8B9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혼합현실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(MR)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9B72147-470E-53AC-72BD-095A0AA53E2A}"/>
              </a:ext>
            </a:extLst>
          </p:cNvPr>
          <p:cNvSpPr/>
          <p:nvPr/>
        </p:nvSpPr>
        <p:spPr>
          <a:xfrm flipH="1">
            <a:off x="352423" y="2343150"/>
            <a:ext cx="1314449" cy="1390650"/>
          </a:xfrm>
          <a:prstGeom prst="homePlate">
            <a:avLst>
              <a:gd name="adj" fmla="val 4420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구현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방식</a:t>
            </a: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70A0C9D9-DDA2-C8EE-3C5C-55C078BE06AF}"/>
              </a:ext>
            </a:extLst>
          </p:cNvPr>
          <p:cNvSpPr/>
          <p:nvPr/>
        </p:nvSpPr>
        <p:spPr>
          <a:xfrm flipH="1">
            <a:off x="352422" y="3733801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39" name="화살표: 오각형 38">
            <a:extLst>
              <a:ext uri="{FF2B5EF4-FFF2-40B4-BE49-F238E27FC236}">
                <a16:creationId xmlns:a16="http://schemas.microsoft.com/office/drawing/2014/main" id="{4CB6634E-8955-F6B0-D5BA-F66E08169DB5}"/>
              </a:ext>
            </a:extLst>
          </p:cNvPr>
          <p:cNvSpPr/>
          <p:nvPr/>
        </p:nvSpPr>
        <p:spPr>
          <a:xfrm flipH="1">
            <a:off x="352421" y="4914900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2036</TotalTime>
  <Words>169</Words>
  <Application>Microsoft Office PowerPoint</Application>
  <PresentationFormat>A4 용지(210x297mm)</PresentationFormat>
  <Paragraphs>41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  Ⅱ. VR, AR, MR 기술 비교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7</cp:revision>
  <dcterms:created xsi:type="dcterms:W3CDTF">2023-12-06T01:53:31Z</dcterms:created>
  <dcterms:modified xsi:type="dcterms:W3CDTF">2024-01-29T06:19:02Z</dcterms:modified>
</cp:coreProperties>
</file>