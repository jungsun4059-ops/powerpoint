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v" ContentType="video/x-ms-wmv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9" r:id="rId2"/>
    <p:sldId id="258" r:id="rId3"/>
    <p:sldId id="260" r:id="rId4"/>
    <p:sldId id="261" r:id="rId5"/>
    <p:sldId id="262" r:id="rId6"/>
    <p:sldId id="265" r:id="rId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6D9F66E-5EB9-4882-86FB-DCBF35E3C3E4}" styleName="보통 스타일 4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19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6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  <a:cs typeface="+mn-cs"/>
              </a:defRPr>
            </a:pPr>
            <a:r>
              <a:rPr lang="ko-KR" altLang="en-US" sz="2400" b="1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자녀 사교육 과목 구성</a:t>
            </a:r>
            <a:r>
              <a:rPr lang="en-US" altLang="ko-KR" sz="2400" b="1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(%)</a:t>
            </a:r>
            <a:endParaRPr lang="ko-KR" sz="2400" b="1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c:rich>
      </c:tx>
      <c:overlay val="0"/>
      <c:spPr>
        <a:solidFill>
          <a:schemeClr val="bg1"/>
        </a:solidFill>
        <a:ln>
          <a:solidFill>
            <a:schemeClr val="tx1"/>
          </a:solidFill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남자아동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676-4FFA-86E9-17685374D83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Sheet1!$B$1:$F$1</c:f>
              <c:strCache>
                <c:ptCount val="5"/>
                <c:pt idx="0">
                  <c:v>국어</c:v>
                </c:pt>
                <c:pt idx="1">
                  <c:v>수학</c:v>
                </c:pt>
                <c:pt idx="2">
                  <c:v>영어</c:v>
                </c:pt>
                <c:pt idx="3">
                  <c:v>태권도</c:v>
                </c:pt>
                <c:pt idx="4">
                  <c:v>미술</c:v>
                </c:pt>
              </c:strCache>
            </c:strRef>
          </c:cat>
          <c:val>
            <c:numRef>
              <c:f>Sheet1!$B$2:$F$2</c:f>
              <c:numCache>
                <c:formatCode>_-* #,##0.0_-;\-* #,##0.0_-;_-* "-"?_-;_-@_-</c:formatCode>
                <c:ptCount val="5"/>
                <c:pt idx="0">
                  <c:v>49.4</c:v>
                </c:pt>
                <c:pt idx="1">
                  <c:v>32.9</c:v>
                </c:pt>
                <c:pt idx="2">
                  <c:v>31</c:v>
                </c:pt>
                <c:pt idx="3">
                  <c:v>24.7</c:v>
                </c:pt>
                <c:pt idx="4">
                  <c:v>26.6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75-48ED-BC46-4C490F629E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60731552"/>
        <c:axId val="360736800"/>
      </c:barChart>
      <c:lineChart>
        <c:grouping val="standard"/>
        <c:varyColors val="0"/>
        <c:ser>
          <c:idx val="1"/>
          <c:order val="1"/>
          <c:tx>
            <c:strRef>
              <c:f>Sheet1!$A$3</c:f>
              <c:strCache>
                <c:ptCount val="1"/>
                <c:pt idx="0">
                  <c:v>여자아동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diamond"/>
            <c:size val="12"/>
            <c:spPr>
              <a:solidFill>
                <a:srgbClr val="FF0000"/>
              </a:solidFill>
              <a:ln w="9525">
                <a:solidFill>
                  <a:srgbClr val="FF0000"/>
                </a:solidFill>
              </a:ln>
              <a:effectLst/>
            </c:spPr>
          </c:marker>
          <c:cat>
            <c:strRef>
              <c:f>Sheet1!$B$1:$F$1</c:f>
              <c:strCache>
                <c:ptCount val="5"/>
                <c:pt idx="0">
                  <c:v>국어</c:v>
                </c:pt>
                <c:pt idx="1">
                  <c:v>수학</c:v>
                </c:pt>
                <c:pt idx="2">
                  <c:v>영어</c:v>
                </c:pt>
                <c:pt idx="3">
                  <c:v>태권도</c:v>
                </c:pt>
                <c:pt idx="4">
                  <c:v>미술</c:v>
                </c:pt>
              </c:strCache>
            </c:strRef>
          </c:cat>
          <c:val>
            <c:numRef>
              <c:f>Sheet1!$B$3:$F$3</c:f>
              <c:numCache>
                <c:formatCode>_-* #,##0.0_-;\-* #,##0.0_-;_-* "-"?_-;_-@_-</c:formatCode>
                <c:ptCount val="5"/>
                <c:pt idx="0">
                  <c:v>45.9</c:v>
                </c:pt>
                <c:pt idx="1">
                  <c:v>39</c:v>
                </c:pt>
                <c:pt idx="2">
                  <c:v>35.6</c:v>
                </c:pt>
                <c:pt idx="3">
                  <c:v>12.3</c:v>
                </c:pt>
                <c:pt idx="4">
                  <c:v>30.1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175-48ED-BC46-4C490F629E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62069128"/>
        <c:axId val="562070112"/>
      </c:lineChart>
      <c:catAx>
        <c:axId val="360731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360736800"/>
        <c:crosses val="autoZero"/>
        <c:auto val="1"/>
        <c:lblAlgn val="ctr"/>
        <c:lblOffset val="100"/>
        <c:noMultiLvlLbl val="0"/>
      </c:catAx>
      <c:valAx>
        <c:axId val="360736800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360731552"/>
        <c:crosses val="autoZero"/>
        <c:crossBetween val="between"/>
      </c:valAx>
      <c:valAx>
        <c:axId val="562070112"/>
        <c:scaling>
          <c:orientation val="minMax"/>
        </c:scaling>
        <c:delete val="0"/>
        <c:axPos val="r"/>
        <c:numFmt formatCode="#,##0_);[Red]\(#,##0\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562069128"/>
        <c:crosses val="max"/>
        <c:crossBetween val="between"/>
        <c:majorUnit val="20"/>
      </c:valAx>
      <c:catAx>
        <c:axId val="56206912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62070112"/>
        <c:crosses val="autoZero"/>
        <c:auto val="1"/>
        <c:lblAlgn val="ctr"/>
        <c:lblOffset val="100"/>
        <c:noMultiLvlLbl val="0"/>
      </c:cat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</c:dTable>
      <c:spPr>
        <a:solidFill>
          <a:schemeClr val="bg1"/>
        </a:solidFill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rgbClr val="FFFF00"/>
    </a:solidFill>
    <a:ln>
      <a:solidFill>
        <a:schemeClr val="tx1"/>
      </a:solidFill>
    </a:ln>
    <a:effectLst/>
  </c:spPr>
  <c:txPr>
    <a:bodyPr/>
    <a:lstStyle/>
    <a:p>
      <a:pPr>
        <a:defRPr sz="1600">
          <a:latin typeface="돋움" panose="020B0600000101010101" pitchFamily="50" charset="-127"/>
          <a:ea typeface="돋움" panose="020B0600000101010101" pitchFamily="50" charset="-127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4053D4-2DFF-4ECD-83E9-9EA66A8BA52E}" type="doc">
      <dgm:prSet loTypeId="urn:microsoft.com/office/officeart/2005/8/layout/pyramid2" loCatId="list" qsTypeId="urn:microsoft.com/office/officeart/2005/8/quickstyle/3d5" qsCatId="3D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BE180095-1A13-490A-BD38-E6B51DC6C9C1}">
      <dgm:prSet phldrT="[텍스트]" custT="1"/>
      <dgm:spPr/>
      <dgm:t>
        <a:bodyPr/>
        <a:lstStyle/>
        <a:p>
          <a:pPr latinLnBrk="1"/>
          <a:r>
            <a:rPr lang="ko-KR" altLang="en-US" sz="1800" dirty="0">
              <a:latin typeface="굴림" panose="020B0600000101010101" pitchFamily="50" charset="-127"/>
              <a:ea typeface="굴림" panose="020B0600000101010101" pitchFamily="50" charset="-127"/>
            </a:rPr>
            <a:t>학원</a:t>
          </a:r>
        </a:p>
      </dgm:t>
    </dgm:pt>
    <dgm:pt modelId="{89B7F84B-AE90-4839-8B57-74B48580FD29}" type="parTrans" cxnId="{71D2DB79-A460-40FA-9E54-D29C06EC83BA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2B8E1E72-1352-4236-A0F9-F6753F33ADB3}" type="sibTrans" cxnId="{71D2DB79-A460-40FA-9E54-D29C06EC83BA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1E61E07B-B71E-492E-965E-104AD51F0302}">
      <dgm:prSet phldrT="[텍스트]" custT="1"/>
      <dgm:spPr/>
      <dgm:t>
        <a:bodyPr/>
        <a:lstStyle/>
        <a:p>
          <a:pPr latinLnBrk="1"/>
          <a:r>
            <a:rPr lang="ko-KR" altLang="en-US" sz="1800" dirty="0">
              <a:latin typeface="굴림" panose="020B0600000101010101" pitchFamily="50" charset="-127"/>
              <a:ea typeface="굴림" panose="020B0600000101010101" pitchFamily="50" charset="-127"/>
            </a:rPr>
            <a:t>개인교습</a:t>
          </a:r>
        </a:p>
      </dgm:t>
    </dgm:pt>
    <dgm:pt modelId="{BAF6DECE-FAB2-43DF-9E1F-6D95D7856714}" type="parTrans" cxnId="{37B65C72-9E10-47D7-9760-5E458A9EFA84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029AD97C-5E6E-4133-97CA-77E814591C4E}" type="sibTrans" cxnId="{37B65C72-9E10-47D7-9760-5E458A9EFA84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EB7F359F-C135-4283-87BA-B474D5893A71}">
      <dgm:prSet phldrT="[텍스트]" custT="1"/>
      <dgm:spPr/>
      <dgm:t>
        <a:bodyPr/>
        <a:lstStyle/>
        <a:p>
          <a:pPr latinLnBrk="1"/>
          <a:r>
            <a:rPr lang="ko-KR" altLang="en-US" sz="1800" dirty="0">
              <a:latin typeface="굴림" panose="020B0600000101010101" pitchFamily="50" charset="-127"/>
              <a:ea typeface="굴림" panose="020B0600000101010101" pitchFamily="50" charset="-127"/>
            </a:rPr>
            <a:t>그룹과외</a:t>
          </a:r>
        </a:p>
      </dgm:t>
    </dgm:pt>
    <dgm:pt modelId="{02AA4102-F46F-4D1F-92C0-23E0942FA144}" type="parTrans" cxnId="{22DB5B38-AFE1-43FD-A975-B83C302AA44C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0E1D35E8-79C0-4171-9DF0-3E413A766356}" type="sibTrans" cxnId="{22DB5B38-AFE1-43FD-A975-B83C302AA44C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1F3B4204-3C76-4B06-824B-3BCAABBF3B56}">
      <dgm:prSet phldrT="[텍스트]" custT="1"/>
      <dgm:spPr/>
      <dgm:t>
        <a:bodyPr/>
        <a:lstStyle/>
        <a:p>
          <a:pPr latinLnBrk="1"/>
          <a:r>
            <a:rPr lang="ko-KR" altLang="en-US" sz="1800" dirty="0">
              <a:latin typeface="굴림" panose="020B0600000101010101" pitchFamily="50" charset="-127"/>
              <a:ea typeface="굴림" panose="020B0600000101010101" pitchFamily="50" charset="-127"/>
            </a:rPr>
            <a:t>학습지</a:t>
          </a:r>
        </a:p>
      </dgm:t>
    </dgm:pt>
    <dgm:pt modelId="{673DB7E3-3EB4-464B-A00C-FBCAA943DD6B}" type="parTrans" cxnId="{4A99205E-85A8-4708-9121-A877B30C05AD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E5813A2D-A6E7-41CD-8E0A-DD8FA713DF19}" type="sibTrans" cxnId="{4A99205E-85A8-4708-9121-A877B30C05AD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2F11F352-22B1-4B74-B11C-5DDA28F2A87C}" type="pres">
      <dgm:prSet presAssocID="{BE4053D4-2DFF-4ECD-83E9-9EA66A8BA52E}" presName="compositeShape" presStyleCnt="0">
        <dgm:presLayoutVars>
          <dgm:dir/>
          <dgm:resizeHandles/>
        </dgm:presLayoutVars>
      </dgm:prSet>
      <dgm:spPr/>
    </dgm:pt>
    <dgm:pt modelId="{84EB11E3-C78B-45AF-A366-75FA5ACBE019}" type="pres">
      <dgm:prSet presAssocID="{BE4053D4-2DFF-4ECD-83E9-9EA66A8BA52E}" presName="pyramid" presStyleLbl="node1" presStyleIdx="0" presStyleCnt="1"/>
      <dgm:spPr/>
    </dgm:pt>
    <dgm:pt modelId="{0AF32B32-7883-4EC6-A373-9FA37743CCBE}" type="pres">
      <dgm:prSet presAssocID="{BE4053D4-2DFF-4ECD-83E9-9EA66A8BA52E}" presName="theList" presStyleCnt="0"/>
      <dgm:spPr/>
    </dgm:pt>
    <dgm:pt modelId="{51E12044-1210-423F-AB99-490928A0D6D1}" type="pres">
      <dgm:prSet presAssocID="{BE180095-1A13-490A-BD38-E6B51DC6C9C1}" presName="aNode" presStyleLbl="fgAcc1" presStyleIdx="0" presStyleCnt="4">
        <dgm:presLayoutVars>
          <dgm:bulletEnabled val="1"/>
        </dgm:presLayoutVars>
      </dgm:prSet>
      <dgm:spPr/>
    </dgm:pt>
    <dgm:pt modelId="{D2BAFD25-47AB-4303-811C-D4EB94B41307}" type="pres">
      <dgm:prSet presAssocID="{BE180095-1A13-490A-BD38-E6B51DC6C9C1}" presName="aSpace" presStyleCnt="0"/>
      <dgm:spPr/>
    </dgm:pt>
    <dgm:pt modelId="{8796DC8F-E78D-44EA-B2E9-B3ED076179D6}" type="pres">
      <dgm:prSet presAssocID="{1E61E07B-B71E-492E-965E-104AD51F0302}" presName="aNode" presStyleLbl="fgAcc1" presStyleIdx="1" presStyleCnt="4">
        <dgm:presLayoutVars>
          <dgm:bulletEnabled val="1"/>
        </dgm:presLayoutVars>
      </dgm:prSet>
      <dgm:spPr/>
    </dgm:pt>
    <dgm:pt modelId="{15CCCED3-F1FC-4968-AF79-B39620773F1A}" type="pres">
      <dgm:prSet presAssocID="{1E61E07B-B71E-492E-965E-104AD51F0302}" presName="aSpace" presStyleCnt="0"/>
      <dgm:spPr/>
    </dgm:pt>
    <dgm:pt modelId="{9303A1F3-65D6-4ED3-AC5A-D339F0B566B5}" type="pres">
      <dgm:prSet presAssocID="{EB7F359F-C135-4283-87BA-B474D5893A71}" presName="aNode" presStyleLbl="fgAcc1" presStyleIdx="2" presStyleCnt="4">
        <dgm:presLayoutVars>
          <dgm:bulletEnabled val="1"/>
        </dgm:presLayoutVars>
      </dgm:prSet>
      <dgm:spPr/>
    </dgm:pt>
    <dgm:pt modelId="{17FE69D4-2AAE-49F5-A7FA-F65F6CB5E527}" type="pres">
      <dgm:prSet presAssocID="{EB7F359F-C135-4283-87BA-B474D5893A71}" presName="aSpace" presStyleCnt="0"/>
      <dgm:spPr/>
    </dgm:pt>
    <dgm:pt modelId="{7537CDF4-5797-46D9-9FF6-02F8DB24EC9D}" type="pres">
      <dgm:prSet presAssocID="{1F3B4204-3C76-4B06-824B-3BCAABBF3B56}" presName="aNode" presStyleLbl="fgAcc1" presStyleIdx="3" presStyleCnt="4">
        <dgm:presLayoutVars>
          <dgm:bulletEnabled val="1"/>
        </dgm:presLayoutVars>
      </dgm:prSet>
      <dgm:spPr/>
    </dgm:pt>
    <dgm:pt modelId="{BD35BB51-6EA6-4BED-A4DE-EBED23348155}" type="pres">
      <dgm:prSet presAssocID="{1F3B4204-3C76-4B06-824B-3BCAABBF3B56}" presName="aSpace" presStyleCnt="0"/>
      <dgm:spPr/>
    </dgm:pt>
  </dgm:ptLst>
  <dgm:cxnLst>
    <dgm:cxn modelId="{E680B523-237F-47FD-A9F9-73C15F98820E}" type="presOf" srcId="{EB7F359F-C135-4283-87BA-B474D5893A71}" destId="{9303A1F3-65D6-4ED3-AC5A-D339F0B566B5}" srcOrd="0" destOrd="0" presId="urn:microsoft.com/office/officeart/2005/8/layout/pyramid2"/>
    <dgm:cxn modelId="{22DB5B38-AFE1-43FD-A975-B83C302AA44C}" srcId="{BE4053D4-2DFF-4ECD-83E9-9EA66A8BA52E}" destId="{EB7F359F-C135-4283-87BA-B474D5893A71}" srcOrd="2" destOrd="0" parTransId="{02AA4102-F46F-4D1F-92C0-23E0942FA144}" sibTransId="{0E1D35E8-79C0-4171-9DF0-3E413A766356}"/>
    <dgm:cxn modelId="{4A99205E-85A8-4708-9121-A877B30C05AD}" srcId="{BE4053D4-2DFF-4ECD-83E9-9EA66A8BA52E}" destId="{1F3B4204-3C76-4B06-824B-3BCAABBF3B56}" srcOrd="3" destOrd="0" parTransId="{673DB7E3-3EB4-464B-A00C-FBCAA943DD6B}" sibTransId="{E5813A2D-A6E7-41CD-8E0A-DD8FA713DF19}"/>
    <dgm:cxn modelId="{37B65C72-9E10-47D7-9760-5E458A9EFA84}" srcId="{BE4053D4-2DFF-4ECD-83E9-9EA66A8BA52E}" destId="{1E61E07B-B71E-492E-965E-104AD51F0302}" srcOrd="1" destOrd="0" parTransId="{BAF6DECE-FAB2-43DF-9E1F-6D95D7856714}" sibTransId="{029AD97C-5E6E-4133-97CA-77E814591C4E}"/>
    <dgm:cxn modelId="{71D2DB79-A460-40FA-9E54-D29C06EC83BA}" srcId="{BE4053D4-2DFF-4ECD-83E9-9EA66A8BA52E}" destId="{BE180095-1A13-490A-BD38-E6B51DC6C9C1}" srcOrd="0" destOrd="0" parTransId="{89B7F84B-AE90-4839-8B57-74B48580FD29}" sibTransId="{2B8E1E72-1352-4236-A0F9-F6753F33ADB3}"/>
    <dgm:cxn modelId="{34B5C985-3324-4CC5-ADEA-33C5B3944B1F}" type="presOf" srcId="{1F3B4204-3C76-4B06-824B-3BCAABBF3B56}" destId="{7537CDF4-5797-46D9-9FF6-02F8DB24EC9D}" srcOrd="0" destOrd="0" presId="urn:microsoft.com/office/officeart/2005/8/layout/pyramid2"/>
    <dgm:cxn modelId="{89E1728D-CD5E-4B6B-AA15-D9D19ACF4824}" type="presOf" srcId="{BE4053D4-2DFF-4ECD-83E9-9EA66A8BA52E}" destId="{2F11F352-22B1-4B74-B11C-5DDA28F2A87C}" srcOrd="0" destOrd="0" presId="urn:microsoft.com/office/officeart/2005/8/layout/pyramid2"/>
    <dgm:cxn modelId="{C53C789B-8F08-4D81-8F11-93FFA5DC2DBA}" type="presOf" srcId="{1E61E07B-B71E-492E-965E-104AD51F0302}" destId="{8796DC8F-E78D-44EA-B2E9-B3ED076179D6}" srcOrd="0" destOrd="0" presId="urn:microsoft.com/office/officeart/2005/8/layout/pyramid2"/>
    <dgm:cxn modelId="{C756C9D3-DA7E-4DDB-B144-13158A20F8F5}" type="presOf" srcId="{BE180095-1A13-490A-BD38-E6B51DC6C9C1}" destId="{51E12044-1210-423F-AB99-490928A0D6D1}" srcOrd="0" destOrd="0" presId="urn:microsoft.com/office/officeart/2005/8/layout/pyramid2"/>
    <dgm:cxn modelId="{12E68FC0-9E46-4A56-AE0D-3F7E4CE78F61}" type="presParOf" srcId="{2F11F352-22B1-4B74-B11C-5DDA28F2A87C}" destId="{84EB11E3-C78B-45AF-A366-75FA5ACBE019}" srcOrd="0" destOrd="0" presId="urn:microsoft.com/office/officeart/2005/8/layout/pyramid2"/>
    <dgm:cxn modelId="{057EA9CE-D9A7-46B2-B541-8AD1DB8ED5E3}" type="presParOf" srcId="{2F11F352-22B1-4B74-B11C-5DDA28F2A87C}" destId="{0AF32B32-7883-4EC6-A373-9FA37743CCBE}" srcOrd="1" destOrd="0" presId="urn:microsoft.com/office/officeart/2005/8/layout/pyramid2"/>
    <dgm:cxn modelId="{3F21A704-EB2F-4AE9-9E45-066D8447F8A2}" type="presParOf" srcId="{0AF32B32-7883-4EC6-A373-9FA37743CCBE}" destId="{51E12044-1210-423F-AB99-490928A0D6D1}" srcOrd="0" destOrd="0" presId="urn:microsoft.com/office/officeart/2005/8/layout/pyramid2"/>
    <dgm:cxn modelId="{FD988E46-7B09-4760-9CD1-A111010958EC}" type="presParOf" srcId="{0AF32B32-7883-4EC6-A373-9FA37743CCBE}" destId="{D2BAFD25-47AB-4303-811C-D4EB94B41307}" srcOrd="1" destOrd="0" presId="urn:microsoft.com/office/officeart/2005/8/layout/pyramid2"/>
    <dgm:cxn modelId="{DD2F28A3-7BED-4C76-837D-08D1E25D3ABB}" type="presParOf" srcId="{0AF32B32-7883-4EC6-A373-9FA37743CCBE}" destId="{8796DC8F-E78D-44EA-B2E9-B3ED076179D6}" srcOrd="2" destOrd="0" presId="urn:microsoft.com/office/officeart/2005/8/layout/pyramid2"/>
    <dgm:cxn modelId="{EB19C84D-CEC1-434C-ADFA-B7140009E69C}" type="presParOf" srcId="{0AF32B32-7883-4EC6-A373-9FA37743CCBE}" destId="{15CCCED3-F1FC-4968-AF79-B39620773F1A}" srcOrd="3" destOrd="0" presId="urn:microsoft.com/office/officeart/2005/8/layout/pyramid2"/>
    <dgm:cxn modelId="{A25557F5-701E-4999-A7E6-84DF8A7F75AC}" type="presParOf" srcId="{0AF32B32-7883-4EC6-A373-9FA37743CCBE}" destId="{9303A1F3-65D6-4ED3-AC5A-D339F0B566B5}" srcOrd="4" destOrd="0" presId="urn:microsoft.com/office/officeart/2005/8/layout/pyramid2"/>
    <dgm:cxn modelId="{2B275C63-F1F9-4182-9D13-982C749B57BF}" type="presParOf" srcId="{0AF32B32-7883-4EC6-A373-9FA37743CCBE}" destId="{17FE69D4-2AAE-49F5-A7FA-F65F6CB5E527}" srcOrd="5" destOrd="0" presId="urn:microsoft.com/office/officeart/2005/8/layout/pyramid2"/>
    <dgm:cxn modelId="{718AB22B-472C-4FA2-A87C-C114992CC179}" type="presParOf" srcId="{0AF32B32-7883-4EC6-A373-9FA37743CCBE}" destId="{7537CDF4-5797-46D9-9FF6-02F8DB24EC9D}" srcOrd="6" destOrd="0" presId="urn:microsoft.com/office/officeart/2005/8/layout/pyramid2"/>
    <dgm:cxn modelId="{DCDD8D68-223C-40EF-B608-9C14306E6518}" type="presParOf" srcId="{0AF32B32-7883-4EC6-A373-9FA37743CCBE}" destId="{BD35BB51-6EA6-4BED-A4DE-EBED23348155}" srcOrd="7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7B9B06C-D12E-4B99-A660-383C1C294084}" type="doc">
      <dgm:prSet loTypeId="urn:microsoft.com/office/officeart/2005/8/layout/hProcess9" loCatId="process" qsTypeId="urn:microsoft.com/office/officeart/2005/8/quickstyle/3d1" qsCatId="3D" csTypeId="urn:microsoft.com/office/officeart/2005/8/colors/colorful1" csCatId="colorful" phldr="1"/>
      <dgm:spPr/>
    </dgm:pt>
    <dgm:pt modelId="{DB9AC893-9D40-4F64-8BC3-E8036A63BEFB}">
      <dgm:prSet phldrT="[텍스트]" custT="1"/>
      <dgm:spPr/>
      <dgm:t>
        <a:bodyPr/>
        <a:lstStyle/>
        <a:p>
          <a:pPr latinLnBrk="1"/>
          <a:r>
            <a:rPr lang="ko-KR" altLang="en-US" sz="180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rPr>
            <a:t>나이별</a:t>
          </a:r>
          <a:endParaRPr lang="ko-KR" altLang="en-US" sz="1800" dirty="0">
            <a:solidFill>
              <a:sysClr val="windowText" lastClr="000000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390FE821-104D-4A6D-B044-051D7B17FA3C}" type="parTrans" cxnId="{0C30BD01-864B-4685-BD54-5737CEE867A3}">
      <dgm:prSet/>
      <dgm:spPr/>
      <dgm:t>
        <a:bodyPr/>
        <a:lstStyle/>
        <a:p>
          <a:pPr latinLnBrk="1"/>
          <a:endParaRPr lang="ko-KR" altLang="en-US" sz="1800">
            <a:solidFill>
              <a:sysClr val="windowText" lastClr="000000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77DA71D8-92D8-4B66-9C65-6F66781976D1}" type="sibTrans" cxnId="{0C30BD01-864B-4685-BD54-5737CEE867A3}">
      <dgm:prSet/>
      <dgm:spPr/>
      <dgm:t>
        <a:bodyPr/>
        <a:lstStyle/>
        <a:p>
          <a:pPr latinLnBrk="1"/>
          <a:endParaRPr lang="ko-KR" altLang="en-US" sz="1800">
            <a:solidFill>
              <a:sysClr val="windowText" lastClr="000000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ED9DB6DE-3664-4089-963B-034DE8BB3049}">
      <dgm:prSet phldrT="[텍스트]" custT="1"/>
      <dgm:spPr/>
      <dgm:t>
        <a:bodyPr/>
        <a:lstStyle/>
        <a:p>
          <a:pPr latinLnBrk="1"/>
          <a:r>
            <a:rPr lang="ko-KR" altLang="en-US" sz="180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rPr>
            <a:t>재능별</a:t>
          </a:r>
          <a:endParaRPr lang="ko-KR" altLang="en-US" sz="1800" dirty="0">
            <a:solidFill>
              <a:sysClr val="windowText" lastClr="000000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5F89DAD4-406B-4175-B319-B61B58CF9F66}" type="parTrans" cxnId="{80BED951-05B7-44E6-ABF6-DC50EA2CC8DB}">
      <dgm:prSet/>
      <dgm:spPr/>
      <dgm:t>
        <a:bodyPr/>
        <a:lstStyle/>
        <a:p>
          <a:pPr latinLnBrk="1"/>
          <a:endParaRPr lang="ko-KR" altLang="en-US" sz="1800">
            <a:solidFill>
              <a:sysClr val="windowText" lastClr="000000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3C1C7A93-4775-4692-89E2-1D4293C38A5B}" type="sibTrans" cxnId="{80BED951-05B7-44E6-ABF6-DC50EA2CC8DB}">
      <dgm:prSet/>
      <dgm:spPr/>
      <dgm:t>
        <a:bodyPr/>
        <a:lstStyle/>
        <a:p>
          <a:pPr latinLnBrk="1"/>
          <a:endParaRPr lang="ko-KR" altLang="en-US" sz="1800">
            <a:solidFill>
              <a:sysClr val="windowText" lastClr="000000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D1D4EDB5-CF00-4EDB-AFA8-D6BA59809497}">
      <dgm:prSet phldrT="[텍스트]" custT="1"/>
      <dgm:spPr/>
      <dgm:t>
        <a:bodyPr/>
        <a:lstStyle/>
        <a:p>
          <a:pPr latinLnBrk="1"/>
          <a:r>
            <a:rPr lang="ko-KR" altLang="en-US" sz="180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rPr>
            <a:t>관심별</a:t>
          </a:r>
          <a:endParaRPr lang="ko-KR" altLang="en-US" sz="1800" dirty="0">
            <a:solidFill>
              <a:sysClr val="windowText" lastClr="000000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3B974F06-EF30-4AFF-81C8-F7B4E3FE01F7}" type="parTrans" cxnId="{3F9FAAF2-4A0D-4B55-A2B9-24CC795E591D}">
      <dgm:prSet/>
      <dgm:spPr/>
      <dgm:t>
        <a:bodyPr/>
        <a:lstStyle/>
        <a:p>
          <a:pPr latinLnBrk="1"/>
          <a:endParaRPr lang="ko-KR" altLang="en-US" sz="1800">
            <a:solidFill>
              <a:sysClr val="windowText" lastClr="000000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A15CAFC4-98AC-46F1-9365-FC2729D64217}" type="sibTrans" cxnId="{3F9FAAF2-4A0D-4B55-A2B9-24CC795E591D}">
      <dgm:prSet/>
      <dgm:spPr/>
      <dgm:t>
        <a:bodyPr/>
        <a:lstStyle/>
        <a:p>
          <a:pPr latinLnBrk="1"/>
          <a:endParaRPr lang="ko-KR" altLang="en-US" sz="1800">
            <a:solidFill>
              <a:sysClr val="windowText" lastClr="000000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5A78CB3D-549E-422B-98F6-57E4F3E02DAA}" type="pres">
      <dgm:prSet presAssocID="{87B9B06C-D12E-4B99-A660-383C1C294084}" presName="CompostProcess" presStyleCnt="0">
        <dgm:presLayoutVars>
          <dgm:dir/>
          <dgm:resizeHandles val="exact"/>
        </dgm:presLayoutVars>
      </dgm:prSet>
      <dgm:spPr/>
    </dgm:pt>
    <dgm:pt modelId="{54391605-8F20-4D6D-B69B-98A70E5F03E5}" type="pres">
      <dgm:prSet presAssocID="{87B9B06C-D12E-4B99-A660-383C1C294084}" presName="arrow" presStyleLbl="bgShp" presStyleIdx="0" presStyleCnt="1"/>
      <dgm:spPr>
        <a:solidFill>
          <a:srgbClr val="0070C0"/>
        </a:solidFill>
      </dgm:spPr>
    </dgm:pt>
    <dgm:pt modelId="{6B790E4F-4598-456C-9C1B-12B8543CC3AE}" type="pres">
      <dgm:prSet presAssocID="{87B9B06C-D12E-4B99-A660-383C1C294084}" presName="linearProcess" presStyleCnt="0"/>
      <dgm:spPr/>
    </dgm:pt>
    <dgm:pt modelId="{4B73C6A5-142E-4F86-A9DB-072AD040EA3C}" type="pres">
      <dgm:prSet presAssocID="{DB9AC893-9D40-4F64-8BC3-E8036A63BEFB}" presName="textNode" presStyleLbl="node1" presStyleIdx="0" presStyleCnt="3">
        <dgm:presLayoutVars>
          <dgm:bulletEnabled val="1"/>
        </dgm:presLayoutVars>
      </dgm:prSet>
      <dgm:spPr/>
    </dgm:pt>
    <dgm:pt modelId="{F705E0CD-C7E1-4183-B666-9A7BD5C587C5}" type="pres">
      <dgm:prSet presAssocID="{77DA71D8-92D8-4B66-9C65-6F66781976D1}" presName="sibTrans" presStyleCnt="0"/>
      <dgm:spPr/>
    </dgm:pt>
    <dgm:pt modelId="{CBEB9500-10E3-40B7-9251-C0C57F66A339}" type="pres">
      <dgm:prSet presAssocID="{ED9DB6DE-3664-4089-963B-034DE8BB3049}" presName="textNode" presStyleLbl="node1" presStyleIdx="1" presStyleCnt="3">
        <dgm:presLayoutVars>
          <dgm:bulletEnabled val="1"/>
        </dgm:presLayoutVars>
      </dgm:prSet>
      <dgm:spPr/>
    </dgm:pt>
    <dgm:pt modelId="{2AFBEB3B-51BE-49CE-8ED8-AC50ADAC9257}" type="pres">
      <dgm:prSet presAssocID="{3C1C7A93-4775-4692-89E2-1D4293C38A5B}" presName="sibTrans" presStyleCnt="0"/>
      <dgm:spPr/>
    </dgm:pt>
    <dgm:pt modelId="{2731F66B-F17A-4620-B35C-8C6BA30D5CC4}" type="pres">
      <dgm:prSet presAssocID="{D1D4EDB5-CF00-4EDB-AFA8-D6BA59809497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0C30BD01-864B-4685-BD54-5737CEE867A3}" srcId="{87B9B06C-D12E-4B99-A660-383C1C294084}" destId="{DB9AC893-9D40-4F64-8BC3-E8036A63BEFB}" srcOrd="0" destOrd="0" parTransId="{390FE821-104D-4A6D-B044-051D7B17FA3C}" sibTransId="{77DA71D8-92D8-4B66-9C65-6F66781976D1}"/>
    <dgm:cxn modelId="{0E3C661E-CF9E-42B0-B656-3F106E33B07E}" type="presOf" srcId="{D1D4EDB5-CF00-4EDB-AFA8-D6BA59809497}" destId="{2731F66B-F17A-4620-B35C-8C6BA30D5CC4}" srcOrd="0" destOrd="0" presId="urn:microsoft.com/office/officeart/2005/8/layout/hProcess9"/>
    <dgm:cxn modelId="{D1AB0827-B880-4DE2-A278-C5AA04A2C7CE}" type="presOf" srcId="{87B9B06C-D12E-4B99-A660-383C1C294084}" destId="{5A78CB3D-549E-422B-98F6-57E4F3E02DAA}" srcOrd="0" destOrd="0" presId="urn:microsoft.com/office/officeart/2005/8/layout/hProcess9"/>
    <dgm:cxn modelId="{80BED951-05B7-44E6-ABF6-DC50EA2CC8DB}" srcId="{87B9B06C-D12E-4B99-A660-383C1C294084}" destId="{ED9DB6DE-3664-4089-963B-034DE8BB3049}" srcOrd="1" destOrd="0" parTransId="{5F89DAD4-406B-4175-B319-B61B58CF9F66}" sibTransId="{3C1C7A93-4775-4692-89E2-1D4293C38A5B}"/>
    <dgm:cxn modelId="{13643EB3-1F77-422B-ADEE-985A517CEC77}" type="presOf" srcId="{DB9AC893-9D40-4F64-8BC3-E8036A63BEFB}" destId="{4B73C6A5-142E-4F86-A9DB-072AD040EA3C}" srcOrd="0" destOrd="0" presId="urn:microsoft.com/office/officeart/2005/8/layout/hProcess9"/>
    <dgm:cxn modelId="{898330ED-5D94-430F-9F81-DCA6630BD1F4}" type="presOf" srcId="{ED9DB6DE-3664-4089-963B-034DE8BB3049}" destId="{CBEB9500-10E3-40B7-9251-C0C57F66A339}" srcOrd="0" destOrd="0" presId="urn:microsoft.com/office/officeart/2005/8/layout/hProcess9"/>
    <dgm:cxn modelId="{3F9FAAF2-4A0D-4B55-A2B9-24CC795E591D}" srcId="{87B9B06C-D12E-4B99-A660-383C1C294084}" destId="{D1D4EDB5-CF00-4EDB-AFA8-D6BA59809497}" srcOrd="2" destOrd="0" parTransId="{3B974F06-EF30-4AFF-81C8-F7B4E3FE01F7}" sibTransId="{A15CAFC4-98AC-46F1-9365-FC2729D64217}"/>
    <dgm:cxn modelId="{A545FE03-E9B2-4403-90E8-B7B121EBF4FE}" type="presParOf" srcId="{5A78CB3D-549E-422B-98F6-57E4F3E02DAA}" destId="{54391605-8F20-4D6D-B69B-98A70E5F03E5}" srcOrd="0" destOrd="0" presId="urn:microsoft.com/office/officeart/2005/8/layout/hProcess9"/>
    <dgm:cxn modelId="{F87A6B7A-8D02-4950-AD32-8A71C61A7077}" type="presParOf" srcId="{5A78CB3D-549E-422B-98F6-57E4F3E02DAA}" destId="{6B790E4F-4598-456C-9C1B-12B8543CC3AE}" srcOrd="1" destOrd="0" presId="urn:microsoft.com/office/officeart/2005/8/layout/hProcess9"/>
    <dgm:cxn modelId="{0ABC3FFB-D091-435A-A488-6114C26575FD}" type="presParOf" srcId="{6B790E4F-4598-456C-9C1B-12B8543CC3AE}" destId="{4B73C6A5-142E-4F86-A9DB-072AD040EA3C}" srcOrd="0" destOrd="0" presId="urn:microsoft.com/office/officeart/2005/8/layout/hProcess9"/>
    <dgm:cxn modelId="{2C8E83C1-76DE-4F15-A0B0-8C98872F052C}" type="presParOf" srcId="{6B790E4F-4598-456C-9C1B-12B8543CC3AE}" destId="{F705E0CD-C7E1-4183-B666-9A7BD5C587C5}" srcOrd="1" destOrd="0" presId="urn:microsoft.com/office/officeart/2005/8/layout/hProcess9"/>
    <dgm:cxn modelId="{A64004F5-F9B1-4EDA-B2DC-335C8FB126BC}" type="presParOf" srcId="{6B790E4F-4598-456C-9C1B-12B8543CC3AE}" destId="{CBEB9500-10E3-40B7-9251-C0C57F66A339}" srcOrd="2" destOrd="0" presId="urn:microsoft.com/office/officeart/2005/8/layout/hProcess9"/>
    <dgm:cxn modelId="{C96A7C98-5F12-43DF-9014-361889440093}" type="presParOf" srcId="{6B790E4F-4598-456C-9C1B-12B8543CC3AE}" destId="{2AFBEB3B-51BE-49CE-8ED8-AC50ADAC9257}" srcOrd="3" destOrd="0" presId="urn:microsoft.com/office/officeart/2005/8/layout/hProcess9"/>
    <dgm:cxn modelId="{34F1FCD3-0707-4D5C-B9C6-542DB761991E}" type="presParOf" srcId="{6B790E4F-4598-456C-9C1B-12B8543CC3AE}" destId="{2731F66B-F17A-4620-B35C-8C6BA30D5CC4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EB11E3-C78B-45AF-A366-75FA5ACBE019}">
      <dsp:nvSpPr>
        <dsp:cNvPr id="0" name=""/>
        <dsp:cNvSpPr/>
      </dsp:nvSpPr>
      <dsp:spPr>
        <a:xfrm>
          <a:off x="282279" y="0"/>
          <a:ext cx="2235173" cy="2235173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E12044-1210-423F-AB99-490928A0D6D1}">
      <dsp:nvSpPr>
        <dsp:cNvPr id="0" name=""/>
        <dsp:cNvSpPr/>
      </dsp:nvSpPr>
      <dsp:spPr>
        <a:xfrm>
          <a:off x="1399866" y="223735"/>
          <a:ext cx="1452862" cy="397267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5715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latin typeface="굴림" panose="020B0600000101010101" pitchFamily="50" charset="-127"/>
              <a:ea typeface="굴림" panose="020B0600000101010101" pitchFamily="50" charset="-127"/>
            </a:rPr>
            <a:t>학원</a:t>
          </a:r>
        </a:p>
      </dsp:txBody>
      <dsp:txXfrm>
        <a:off x="1419259" y="243128"/>
        <a:ext cx="1414076" cy="358481"/>
      </dsp:txXfrm>
    </dsp:sp>
    <dsp:sp modelId="{8796DC8F-E78D-44EA-B2E9-B3ED076179D6}">
      <dsp:nvSpPr>
        <dsp:cNvPr id="0" name=""/>
        <dsp:cNvSpPr/>
      </dsp:nvSpPr>
      <dsp:spPr>
        <a:xfrm>
          <a:off x="1399866" y="670661"/>
          <a:ext cx="1452862" cy="397267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5715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latin typeface="굴림" panose="020B0600000101010101" pitchFamily="50" charset="-127"/>
              <a:ea typeface="굴림" panose="020B0600000101010101" pitchFamily="50" charset="-127"/>
            </a:rPr>
            <a:t>개인교습</a:t>
          </a:r>
        </a:p>
      </dsp:txBody>
      <dsp:txXfrm>
        <a:off x="1419259" y="690054"/>
        <a:ext cx="1414076" cy="358481"/>
      </dsp:txXfrm>
    </dsp:sp>
    <dsp:sp modelId="{9303A1F3-65D6-4ED3-AC5A-D339F0B566B5}">
      <dsp:nvSpPr>
        <dsp:cNvPr id="0" name=""/>
        <dsp:cNvSpPr/>
      </dsp:nvSpPr>
      <dsp:spPr>
        <a:xfrm>
          <a:off x="1399866" y="1117586"/>
          <a:ext cx="1452862" cy="397267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5715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latin typeface="굴림" panose="020B0600000101010101" pitchFamily="50" charset="-127"/>
              <a:ea typeface="굴림" panose="020B0600000101010101" pitchFamily="50" charset="-127"/>
            </a:rPr>
            <a:t>그룹과외</a:t>
          </a:r>
        </a:p>
      </dsp:txBody>
      <dsp:txXfrm>
        <a:off x="1419259" y="1136979"/>
        <a:ext cx="1414076" cy="358481"/>
      </dsp:txXfrm>
    </dsp:sp>
    <dsp:sp modelId="{7537CDF4-5797-46D9-9FF6-02F8DB24EC9D}">
      <dsp:nvSpPr>
        <dsp:cNvPr id="0" name=""/>
        <dsp:cNvSpPr/>
      </dsp:nvSpPr>
      <dsp:spPr>
        <a:xfrm>
          <a:off x="1399866" y="1564511"/>
          <a:ext cx="1452862" cy="397267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5715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latin typeface="굴림" panose="020B0600000101010101" pitchFamily="50" charset="-127"/>
              <a:ea typeface="굴림" panose="020B0600000101010101" pitchFamily="50" charset="-127"/>
            </a:rPr>
            <a:t>학습지</a:t>
          </a:r>
        </a:p>
      </dsp:txBody>
      <dsp:txXfrm>
        <a:off x="1419259" y="1583904"/>
        <a:ext cx="1414076" cy="3584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391605-8F20-4D6D-B69B-98A70E5F03E5}">
      <dsp:nvSpPr>
        <dsp:cNvPr id="0" name=""/>
        <dsp:cNvSpPr/>
      </dsp:nvSpPr>
      <dsp:spPr>
        <a:xfrm>
          <a:off x="258816" y="0"/>
          <a:ext cx="2933249" cy="1264352"/>
        </a:xfrm>
        <a:prstGeom prst="rightArrow">
          <a:avLst/>
        </a:prstGeom>
        <a:solidFill>
          <a:srgbClr val="0070C0"/>
        </a:soli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4B73C6A5-142E-4F86-A9DB-072AD040EA3C}">
      <dsp:nvSpPr>
        <dsp:cNvPr id="0" name=""/>
        <dsp:cNvSpPr/>
      </dsp:nvSpPr>
      <dsp:spPr>
        <a:xfrm>
          <a:off x="0" y="379305"/>
          <a:ext cx="1035264" cy="5057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rPr>
            <a:t>나이별</a:t>
          </a:r>
          <a:endParaRPr lang="ko-KR" altLang="en-US" sz="1800" kern="1200" dirty="0">
            <a:solidFill>
              <a:sysClr val="windowText" lastClr="000000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sp:txBody>
      <dsp:txXfrm>
        <a:off x="24688" y="403993"/>
        <a:ext cx="985888" cy="456364"/>
      </dsp:txXfrm>
    </dsp:sp>
    <dsp:sp modelId="{CBEB9500-10E3-40B7-9251-C0C57F66A339}">
      <dsp:nvSpPr>
        <dsp:cNvPr id="0" name=""/>
        <dsp:cNvSpPr/>
      </dsp:nvSpPr>
      <dsp:spPr>
        <a:xfrm>
          <a:off x="1207808" y="379305"/>
          <a:ext cx="1035264" cy="50574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rPr>
            <a:t>재능별</a:t>
          </a:r>
          <a:endParaRPr lang="ko-KR" altLang="en-US" sz="1800" kern="1200" dirty="0">
            <a:solidFill>
              <a:sysClr val="windowText" lastClr="000000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sp:txBody>
      <dsp:txXfrm>
        <a:off x="1232496" y="403993"/>
        <a:ext cx="985888" cy="456364"/>
      </dsp:txXfrm>
    </dsp:sp>
    <dsp:sp modelId="{2731F66B-F17A-4620-B35C-8C6BA30D5CC4}">
      <dsp:nvSpPr>
        <dsp:cNvPr id="0" name=""/>
        <dsp:cNvSpPr/>
      </dsp:nvSpPr>
      <dsp:spPr>
        <a:xfrm>
          <a:off x="2415617" y="379305"/>
          <a:ext cx="1035264" cy="50574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rPr>
            <a:t>관심별</a:t>
          </a:r>
          <a:endParaRPr lang="ko-KR" altLang="en-US" sz="1800" kern="1200" dirty="0">
            <a:solidFill>
              <a:sysClr val="windowText" lastClr="000000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sp:txBody>
      <dsp:txXfrm>
        <a:off x="2440305" y="403993"/>
        <a:ext cx="985888" cy="4563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0D0A15-FC92-4F01-96A1-FB1948B422D4}" type="datetimeFigureOut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B1D6E6-4813-4D2A-B51F-CD2C0EBAD05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832123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2016C3-086C-4999-9D43-E0453338D530}" type="datetimeFigureOut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A097A8-FC4E-4A31-A641-44758014BD4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319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488F5D5-D739-4194-9FB2-B3FFF2557B62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3400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AF39B6C1-C06A-4EC1-A19F-0D832ECFCA8C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69402" y="6355580"/>
            <a:ext cx="2228850" cy="365125"/>
          </a:xfrm>
        </p:spPr>
        <p:txBody>
          <a:bodyPr/>
          <a:lstStyle>
            <a:lvl1pPr>
              <a:defRPr sz="1300"/>
            </a:lvl1pPr>
          </a:lstStyle>
          <a:p>
            <a:fld id="{A9CB3139-E43D-4DDB-814A-10276AA4F4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588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E23892CB-BD2D-4A71-8D3D-DCEEE98ECA83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2853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924DC29-BEBB-424F-831F-847E9A04BE09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4106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CEB95358-A838-478D-9B72-79859A83FD9B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5879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A9CB3139-E43D-4DDB-814A-10276AA4F4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화살표: 갈매기형 수장 5">
            <a:extLst>
              <a:ext uri="{FF2B5EF4-FFF2-40B4-BE49-F238E27FC236}">
                <a16:creationId xmlns:a16="http://schemas.microsoft.com/office/drawing/2014/main" id="{7AD81B74-0088-81CE-4CC2-A316828B1285}"/>
              </a:ext>
            </a:extLst>
          </p:cNvPr>
          <p:cNvSpPr/>
          <p:nvPr userDrawn="1"/>
        </p:nvSpPr>
        <p:spPr>
          <a:xfrm flipH="1">
            <a:off x="0" y="826476"/>
            <a:ext cx="9906000" cy="325523"/>
          </a:xfrm>
          <a:prstGeom prst="chevron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물결 6">
            <a:extLst>
              <a:ext uri="{FF2B5EF4-FFF2-40B4-BE49-F238E27FC236}">
                <a16:creationId xmlns:a16="http://schemas.microsoft.com/office/drawing/2014/main" id="{DE88A014-E4E8-DB11-7C6B-DBE6799C32F2}"/>
              </a:ext>
            </a:extLst>
          </p:cNvPr>
          <p:cNvSpPr/>
          <p:nvPr userDrawn="1"/>
        </p:nvSpPr>
        <p:spPr>
          <a:xfrm>
            <a:off x="1089804" y="0"/>
            <a:ext cx="7726392" cy="1152000"/>
          </a:xfrm>
          <a:prstGeom prst="wav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0E9410C-53BF-ED51-2608-8DC4A72458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6265307"/>
            <a:ext cx="1479665" cy="547213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2AA3206-5E94-3FD4-94A5-012D62B67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6" y="0"/>
            <a:ext cx="9899849" cy="1152000"/>
          </a:xfrm>
          <a:prstGeom prst="rect">
            <a:avLst/>
          </a:prstGeom>
        </p:spPr>
        <p:txBody>
          <a:bodyPr anchor="ctr"/>
          <a:lstStyle>
            <a:lvl1pPr algn="ctr">
              <a:defRPr sz="400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663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0E52529-CE08-4C4E-88D6-ECF8AD3D837F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1282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19743A8B-73CB-479E-98FA-9C44118C786D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8334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5493C1A0-D60E-4A2A-A02E-AC8186A6BAEC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66125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068FCF2-0E46-4553-8496-689BE494DA6B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8270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35FBC78-C7A9-4B14-A845-FC2879A5F943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4947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1735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" Target="slide5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순서도: 데이터 2"/>
          <p:cNvSpPr/>
          <p:nvPr/>
        </p:nvSpPr>
        <p:spPr>
          <a:xfrm>
            <a:off x="4186844" y="0"/>
            <a:ext cx="5719156" cy="6858000"/>
          </a:xfrm>
          <a:prstGeom prst="flowChartInputOutput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E417A86-4430-4B4F-A502-D670DF6CC75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745" y="236947"/>
            <a:ext cx="2181080" cy="80661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B08C1C9-8BFC-4BE1-8505-B31AFCC1E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0655" y="2587800"/>
            <a:ext cx="7274400" cy="1411111"/>
          </a:xfrm>
          <a:effectLst>
            <a:reflection blurRad="6350" stA="52000" endA="300" endPos="35000" dir="5400000" sy="-100000" algn="bl" rotWithShape="0"/>
          </a:effectLst>
        </p:spPr>
        <p:txBody>
          <a:bodyPr>
            <a:prstTxWarp prst="textFadeLeft">
              <a:avLst/>
            </a:prstTxWarp>
          </a:bodyPr>
          <a:lstStyle/>
          <a:p>
            <a:r>
              <a:rPr lang="en-US" altLang="ko-KR" b="1" dirty="0">
                <a:effectLst>
                  <a:reflection blurRad="6350" stA="55000" endA="50" endPos="85000" dir="5400000" sy="-100000" algn="bl" rotWithShape="0"/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Children Education</a:t>
            </a:r>
            <a:r>
              <a:rPr lang="ko-KR" altLang="en-US" b="1" dirty="0">
                <a:effectLst>
                  <a:reflection blurRad="6350" stA="55000" endA="50" endPos="85000" dir="5400000" sy="-100000" algn="bl" rotWithShape="0"/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6239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CF67A3-2BEF-4441-96D7-AC1E5C275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A80A21B-1C34-4403-A974-17613A903BF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19" name="화살표: 오른쪽 18"/>
          <p:cNvSpPr/>
          <p:nvPr/>
        </p:nvSpPr>
        <p:spPr>
          <a:xfrm>
            <a:off x="1682147" y="2265875"/>
            <a:ext cx="4925679" cy="25466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11701" y="1851307"/>
            <a:ext cx="43060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자녀 교육</a:t>
            </a:r>
          </a:p>
        </p:txBody>
      </p:sp>
      <p:sp>
        <p:nvSpPr>
          <p:cNvPr id="29" name="화살표: 오른쪽 28"/>
          <p:cNvSpPr/>
          <p:nvPr/>
        </p:nvSpPr>
        <p:spPr>
          <a:xfrm>
            <a:off x="1682147" y="4539299"/>
            <a:ext cx="4925679" cy="25466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411701" y="4070753"/>
            <a:ext cx="44371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  <a:hlinkClick r:id="rId2" action="ppaction://hlinksldjump"/>
              </a:rPr>
              <a:t>사교육 과목 구성율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4" name="화살표: 오른쪽 33"/>
          <p:cNvSpPr/>
          <p:nvPr/>
        </p:nvSpPr>
        <p:spPr>
          <a:xfrm>
            <a:off x="1682147" y="3404841"/>
            <a:ext cx="4925679" cy="25466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411701" y="2948475"/>
            <a:ext cx="43060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학습지 구독</a:t>
            </a:r>
          </a:p>
        </p:txBody>
      </p:sp>
      <p:sp>
        <p:nvSpPr>
          <p:cNvPr id="39" name="화살표: 오른쪽 38"/>
          <p:cNvSpPr/>
          <p:nvPr/>
        </p:nvSpPr>
        <p:spPr>
          <a:xfrm>
            <a:off x="1682147" y="5673498"/>
            <a:ext cx="4925679" cy="25466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403388" y="5241652"/>
            <a:ext cx="43060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변화하는 교육 트렌드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298" b="67465"/>
          <a:stretch/>
        </p:blipFill>
        <p:spPr>
          <a:xfrm>
            <a:off x="7369955" y="1690478"/>
            <a:ext cx="1999172" cy="1775694"/>
          </a:xfrm>
          <a:prstGeom prst="rect">
            <a:avLst/>
          </a:prstGeom>
        </p:spPr>
      </p:pic>
      <p:sp>
        <p:nvSpPr>
          <p:cNvPr id="3" name="사다리꼴 2"/>
          <p:cNvSpPr/>
          <p:nvPr/>
        </p:nvSpPr>
        <p:spPr>
          <a:xfrm>
            <a:off x="998395" y="1815415"/>
            <a:ext cx="1408702" cy="642604"/>
          </a:xfrm>
          <a:prstGeom prst="trapezoid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A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8" name="사다리꼴 27"/>
          <p:cNvSpPr/>
          <p:nvPr/>
        </p:nvSpPr>
        <p:spPr>
          <a:xfrm>
            <a:off x="998395" y="4088267"/>
            <a:ext cx="1408702" cy="642604"/>
          </a:xfrm>
          <a:prstGeom prst="trapezoid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C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3" name="사다리꼴 32"/>
          <p:cNvSpPr/>
          <p:nvPr/>
        </p:nvSpPr>
        <p:spPr>
          <a:xfrm>
            <a:off x="998395" y="2954148"/>
            <a:ext cx="1408702" cy="642604"/>
          </a:xfrm>
          <a:prstGeom prst="trapezoid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B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8" name="사다리꼴 37"/>
          <p:cNvSpPr/>
          <p:nvPr/>
        </p:nvSpPr>
        <p:spPr>
          <a:xfrm>
            <a:off x="998395" y="5222386"/>
            <a:ext cx="1408702" cy="642604"/>
          </a:xfrm>
          <a:prstGeom prst="trapezoid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D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4995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6858544-C66C-4DCC-8236-11BE5768B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6056FBD-BCC7-4E75-B5E6-4FBC7AE735A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A. </a:t>
            </a:r>
            <a:r>
              <a:rPr lang="ko-KR" altLang="en-US" dirty="0"/>
              <a:t>자녀 교육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43E2F25-EBD4-4E9E-B7FD-0DD365416DD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44147" y="1538968"/>
            <a:ext cx="8336984" cy="2151063"/>
          </a:xfrm>
          <a:prstGeom prst="rect">
            <a:avLst/>
          </a:prstGeom>
        </p:spPr>
        <p:txBody>
          <a:bodyPr/>
          <a:lstStyle/>
          <a:p>
            <a:pPr marL="355600" indent="-355600" latinLnBrk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Children education</a:t>
            </a:r>
          </a:p>
          <a:p>
            <a:pPr marL="719138" lvl="1" indent="-352425" latinLnBrk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ü"/>
            </a:pP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Children education develops humanity formation and social adaptability as a social being</a:t>
            </a:r>
          </a:p>
          <a:p>
            <a:pPr marL="719138" lvl="1" indent="-352425" latinLnBrk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ü"/>
            </a:pP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These include personality traits and knowledge transfer</a:t>
            </a:r>
            <a:endParaRPr lang="ko-KR" altLang="en-US" sz="2000" dirty="0">
              <a:solidFill>
                <a:prstClr val="black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5" name="내용 개체 틀 1">
            <a:extLst>
              <a:ext uri="{FF2B5EF4-FFF2-40B4-BE49-F238E27FC236}">
                <a16:creationId xmlns:a16="http://schemas.microsoft.com/office/drawing/2014/main" id="{BEF6380C-942C-41C2-B9B2-280C4B273AFB}"/>
              </a:ext>
            </a:extLst>
          </p:cNvPr>
          <p:cNvSpPr txBox="1">
            <a:spLocks/>
          </p:cNvSpPr>
          <p:nvPr/>
        </p:nvSpPr>
        <p:spPr>
          <a:xfrm>
            <a:off x="444147" y="3916459"/>
            <a:ext cx="6911000" cy="20333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indent="-355600" latinLnBrk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자녀 교육</a:t>
            </a:r>
            <a:endParaRPr lang="en-US" altLang="ko-KR" sz="24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719138" lvl="1" indent="-344488" latinLnBrk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ü"/>
              <a:defRPr/>
            </a:pP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교육은 자녀를 사회적 존재로서 인간성 형성과 사회 적응성을 기르는 데 중점을 두고 있으며 여기에는 성격 특성과 지식 전달을 포함하고 있음</a:t>
            </a:r>
            <a:endParaRPr lang="en-US" altLang="ko-KR" sz="2000" dirty="0">
              <a:solidFill>
                <a:prstClr val="black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pic>
        <p:nvPicPr>
          <p:cNvPr id="6" name="동영상">
            <a:hlinkClick r:id="" action="ppaction://media"/>
            <a:extLst>
              <a:ext uri="{FF2B5EF4-FFF2-40B4-BE49-F238E27FC236}">
                <a16:creationId xmlns:a16="http://schemas.microsoft.com/office/drawing/2014/main" id="{82F08340-7F5E-4C05-B8E5-2DDE264AE74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496844" y="4516874"/>
            <a:ext cx="19812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122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75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90991D5-C103-4BC1-9A08-CD7E6ECFC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7F65C8A-5058-4601-9F8E-24109538154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cs typeface="+mn-cs"/>
              </a:rPr>
              <a:t>B. </a:t>
            </a:r>
            <a:r>
              <a:rPr lang="ko-KR" altLang="en-US" dirty="0">
                <a:cs typeface="+mn-cs"/>
              </a:rPr>
              <a:t>학습지 구독</a:t>
            </a:r>
            <a:endParaRPr lang="ko-KR" altLang="en-US" dirty="0"/>
          </a:p>
        </p:txBody>
      </p:sp>
      <p:sp>
        <p:nvSpPr>
          <p:cNvPr id="9" name="한쪽 모서리가 잘린 사각형 6">
            <a:extLst>
              <a:ext uri="{FF2B5EF4-FFF2-40B4-BE49-F238E27FC236}">
                <a16:creationId xmlns:a16="http://schemas.microsoft.com/office/drawing/2014/main" id="{8087F8E9-02A7-4507-A6C3-46C9BD3C567C}"/>
              </a:ext>
            </a:extLst>
          </p:cNvPr>
          <p:cNvSpPr/>
          <p:nvPr/>
        </p:nvSpPr>
        <p:spPr>
          <a:xfrm>
            <a:off x="1652364" y="1536126"/>
            <a:ext cx="2595600" cy="842962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0" name="한쪽 모서리가 잘린 사각형 7">
            <a:extLst>
              <a:ext uri="{FF2B5EF4-FFF2-40B4-BE49-F238E27FC236}">
                <a16:creationId xmlns:a16="http://schemas.microsoft.com/office/drawing/2014/main" id="{9B2A0D7D-A0EC-4605-946B-5D11163ABCF6}"/>
              </a:ext>
            </a:extLst>
          </p:cNvPr>
          <p:cNvSpPr/>
          <p:nvPr/>
        </p:nvSpPr>
        <p:spPr>
          <a:xfrm>
            <a:off x="4238445" y="1536126"/>
            <a:ext cx="2595600" cy="842962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Arial" pitchFamily="34" charset="0"/>
              <a:buChar char="•"/>
            </a:pPr>
            <a:endParaRPr lang="ko-KR" altLang="en-US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1" name="한쪽 모서리가 잘린 사각형 8">
            <a:extLst>
              <a:ext uri="{FF2B5EF4-FFF2-40B4-BE49-F238E27FC236}">
                <a16:creationId xmlns:a16="http://schemas.microsoft.com/office/drawing/2014/main" id="{0AEBD14B-B30D-4D33-8BEB-F70F9E96BEBA}"/>
              </a:ext>
            </a:extLst>
          </p:cNvPr>
          <p:cNvSpPr/>
          <p:nvPr/>
        </p:nvSpPr>
        <p:spPr>
          <a:xfrm>
            <a:off x="6824222" y="1536126"/>
            <a:ext cx="2595600" cy="842962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2" name="순서도: 지연 11">
            <a:extLst>
              <a:ext uri="{FF2B5EF4-FFF2-40B4-BE49-F238E27FC236}">
                <a16:creationId xmlns:a16="http://schemas.microsoft.com/office/drawing/2014/main" id="{D0239B3D-E6FB-4DAD-BC48-2CF1D55D21F5}"/>
              </a:ext>
            </a:extLst>
          </p:cNvPr>
          <p:cNvSpPr/>
          <p:nvPr/>
        </p:nvSpPr>
        <p:spPr>
          <a:xfrm>
            <a:off x="1652364" y="1536125"/>
            <a:ext cx="1952917" cy="844089"/>
          </a:xfrm>
          <a:prstGeom prst="flowChartDelay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사유</a:t>
            </a:r>
          </a:p>
        </p:txBody>
      </p:sp>
      <p:sp>
        <p:nvSpPr>
          <p:cNvPr id="13" name="순서도: 지연 12">
            <a:extLst>
              <a:ext uri="{FF2B5EF4-FFF2-40B4-BE49-F238E27FC236}">
                <a16:creationId xmlns:a16="http://schemas.microsoft.com/office/drawing/2014/main" id="{CD39E153-3ACE-4D80-9611-E147BEF857B9}"/>
              </a:ext>
            </a:extLst>
          </p:cNvPr>
          <p:cNvSpPr/>
          <p:nvPr/>
        </p:nvSpPr>
        <p:spPr>
          <a:xfrm>
            <a:off x="4238445" y="1536125"/>
            <a:ext cx="1952917" cy="844089"/>
          </a:xfrm>
          <a:prstGeom prst="flowChartDelay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관심 분야</a:t>
            </a:r>
          </a:p>
        </p:txBody>
      </p:sp>
      <p:sp>
        <p:nvSpPr>
          <p:cNvPr id="14" name="순서도: 지연 13">
            <a:extLst>
              <a:ext uri="{FF2B5EF4-FFF2-40B4-BE49-F238E27FC236}">
                <a16:creationId xmlns:a16="http://schemas.microsoft.com/office/drawing/2014/main" id="{FD367D93-0C68-429B-A433-9D0381AE5ECD}"/>
              </a:ext>
            </a:extLst>
          </p:cNvPr>
          <p:cNvSpPr/>
          <p:nvPr/>
        </p:nvSpPr>
        <p:spPr>
          <a:xfrm>
            <a:off x="6824222" y="1536125"/>
            <a:ext cx="1952917" cy="844089"/>
          </a:xfrm>
          <a:prstGeom prst="flowChartDelay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비고</a:t>
            </a:r>
          </a:p>
        </p:txBody>
      </p:sp>
      <p:sp>
        <p:nvSpPr>
          <p:cNvPr id="15" name="오각형 12">
            <a:extLst>
              <a:ext uri="{FF2B5EF4-FFF2-40B4-BE49-F238E27FC236}">
                <a16:creationId xmlns:a16="http://schemas.microsoft.com/office/drawing/2014/main" id="{77050217-396B-4D79-83D2-B08A5E952EA6}"/>
              </a:ext>
            </a:extLst>
          </p:cNvPr>
          <p:cNvSpPr/>
          <p:nvPr/>
        </p:nvSpPr>
        <p:spPr>
          <a:xfrm flipH="1">
            <a:off x="509219" y="2369631"/>
            <a:ext cx="1143008" cy="1171556"/>
          </a:xfrm>
          <a:prstGeom prst="flowChartDocumen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bg1"/>
              </a:gs>
            </a:gsLst>
            <a:lin ang="5400000" scaled="1"/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미취학</a:t>
            </a:r>
            <a:endParaRPr lang="en-US" altLang="ko-KR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자녀</a:t>
            </a:r>
            <a:endParaRPr lang="en-US" altLang="ko-KR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6" name="오각형 14">
            <a:extLst>
              <a:ext uri="{FF2B5EF4-FFF2-40B4-BE49-F238E27FC236}">
                <a16:creationId xmlns:a16="http://schemas.microsoft.com/office/drawing/2014/main" id="{9011564F-F957-448A-951A-AD5CAA892458}"/>
              </a:ext>
            </a:extLst>
          </p:cNvPr>
          <p:cNvSpPr/>
          <p:nvPr/>
        </p:nvSpPr>
        <p:spPr>
          <a:xfrm flipH="1">
            <a:off x="509216" y="4742077"/>
            <a:ext cx="1143009" cy="1180197"/>
          </a:xfrm>
          <a:prstGeom prst="flowChartDocumen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bg1"/>
              </a:gs>
            </a:gsLst>
            <a:lin ang="5400000" scaled="1"/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미구독</a:t>
            </a:r>
          </a:p>
        </p:txBody>
      </p:sp>
      <p:sp>
        <p:nvSpPr>
          <p:cNvPr id="17" name="오각형 17">
            <a:extLst>
              <a:ext uri="{FF2B5EF4-FFF2-40B4-BE49-F238E27FC236}">
                <a16:creationId xmlns:a16="http://schemas.microsoft.com/office/drawing/2014/main" id="{85C30C28-AEC0-4A43-9320-4D0E50E3A893}"/>
              </a:ext>
            </a:extLst>
          </p:cNvPr>
          <p:cNvSpPr/>
          <p:nvPr/>
        </p:nvSpPr>
        <p:spPr>
          <a:xfrm flipH="1">
            <a:off x="509219" y="3551489"/>
            <a:ext cx="1143008" cy="1183436"/>
          </a:xfrm>
          <a:prstGeom prst="flowChartDocumen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bg1"/>
              </a:gs>
            </a:gsLst>
            <a:lin ang="5400000" scaled="1"/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초등생</a:t>
            </a:r>
            <a:endParaRPr lang="en-US" altLang="ko-KR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자녀</a:t>
            </a:r>
            <a:endParaRPr lang="en-US" altLang="ko-KR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B9CB352A-EDBE-4FC2-96CC-BAA4DBC177D2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66196738"/>
              </p:ext>
            </p:extLst>
          </p:nvPr>
        </p:nvGraphicFramePr>
        <p:xfrm>
          <a:off x="1647052" y="2378075"/>
          <a:ext cx="7778385" cy="3552687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2592795">
                  <a:extLst>
                    <a:ext uri="{9D8B030D-6E8A-4147-A177-3AD203B41FA5}">
                      <a16:colId xmlns:a16="http://schemas.microsoft.com/office/drawing/2014/main" val="2146560551"/>
                    </a:ext>
                  </a:extLst>
                </a:gridCol>
                <a:gridCol w="2592795">
                  <a:extLst>
                    <a:ext uri="{9D8B030D-6E8A-4147-A177-3AD203B41FA5}">
                      <a16:colId xmlns:a16="http://schemas.microsoft.com/office/drawing/2014/main" val="380537234"/>
                    </a:ext>
                  </a:extLst>
                </a:gridCol>
                <a:gridCol w="2592795">
                  <a:extLst>
                    <a:ext uri="{9D8B030D-6E8A-4147-A177-3AD203B41FA5}">
                      <a16:colId xmlns:a16="http://schemas.microsoft.com/office/drawing/2014/main" val="2204403766"/>
                    </a:ext>
                  </a:extLst>
                </a:gridCol>
              </a:tblGrid>
              <a:tr h="11846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방문교사 신뢰</a:t>
                      </a:r>
                      <a:endParaRPr lang="en-US" altLang="ko-KR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학습 효과가 있어서</a:t>
                      </a:r>
                      <a:endParaRPr lang="en-US" altLang="ko-KR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한글</a:t>
                      </a:r>
                      <a:r>
                        <a:rPr lang="en-US" altLang="ko-KR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놀이</a:t>
                      </a:r>
                      <a:endParaRPr lang="en-US" altLang="ko-KR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정서 발달 관련</a:t>
                      </a:r>
                      <a:r>
                        <a:rPr lang="en-US" altLang="ko-KR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 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브랜드</a:t>
                      </a:r>
                      <a:r>
                        <a:rPr lang="en-US" altLang="ko-KR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출판사</a:t>
                      </a:r>
                      <a:endParaRPr lang="en-US" altLang="ko-KR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반복 학습의 효과성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1468742"/>
                  </a:ext>
                </a:extLst>
              </a:tr>
              <a:tr h="118400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특정 내용의 보충</a:t>
                      </a:r>
                      <a:endParaRPr lang="en-US" altLang="ko-KR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자녀가 배우고 싶어서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인지</a:t>
                      </a:r>
                      <a:r>
                        <a:rPr lang="en-US" altLang="ko-KR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논리</a:t>
                      </a:r>
                      <a:endParaRPr lang="en-US" altLang="ko-KR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수리</a:t>
                      </a:r>
                      <a:r>
                        <a:rPr lang="en-US" altLang="ko-KR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외국어 관련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프로그램의 과학성</a:t>
                      </a:r>
                      <a:endParaRPr lang="en-US" altLang="ko-KR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교재 구성의 세밀함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8415507"/>
                  </a:ext>
                </a:extLst>
              </a:tr>
              <a:tr h="1184002">
                <a:tc gridSpan="2"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baseline="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다른 대체 교육 활용</a:t>
                      </a:r>
                      <a:r>
                        <a:rPr lang="en-US" altLang="ko-KR" sz="1800" baseline="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sz="1800" baseline="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부모의 직접 교육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800" dirty="0">
                        <a:solidFill>
                          <a:schemeClr val="tx1"/>
                        </a:solidFill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불확실한</a:t>
                      </a:r>
                      <a:r>
                        <a:rPr lang="en-US" altLang="ko-KR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 </a:t>
                      </a:r>
                      <a:r>
                        <a:rPr lang="ko-KR" altLang="en-US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신뢰도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0224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4859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EFAB0D0-AF68-4A64-9522-052C3F3E9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C0440D4-52C5-4F9F-A507-04557B9A8BF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C. </a:t>
            </a:r>
            <a:r>
              <a:rPr lang="ko-KR" altLang="en-US" dirty="0"/>
              <a:t>사교육 과목 구성율</a:t>
            </a:r>
          </a:p>
        </p:txBody>
      </p:sp>
      <p:graphicFrame>
        <p:nvGraphicFramePr>
          <p:cNvPr id="11" name="내용 개체 틀 10">
            <a:extLst>
              <a:ext uri="{FF2B5EF4-FFF2-40B4-BE49-F238E27FC236}">
                <a16:creationId xmlns:a16="http://schemas.microsoft.com/office/drawing/2014/main" id="{09D0E751-55A6-4253-AA03-647E97BCEA56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140503882"/>
              </p:ext>
            </p:extLst>
          </p:nvPr>
        </p:nvGraphicFramePr>
        <p:xfrm>
          <a:off x="681038" y="1539784"/>
          <a:ext cx="8543925" cy="46720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E53F0560-EF9A-46CD-8450-DB2869120613}"/>
              </a:ext>
            </a:extLst>
          </p:cNvPr>
          <p:cNvSpPr/>
          <p:nvPr/>
        </p:nvSpPr>
        <p:spPr>
          <a:xfrm>
            <a:off x="3389122" y="2333738"/>
            <a:ext cx="2662207" cy="521590"/>
          </a:xfrm>
          <a:prstGeom prst="wedgeRoundRectCallout">
            <a:avLst>
              <a:gd name="adj1" fmla="val -61207"/>
              <a:gd name="adj2" fmla="val -2337"/>
              <a:gd name="adj3" fmla="val 16667"/>
            </a:avLst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국어 과목 상대적 우위</a:t>
            </a:r>
          </a:p>
        </p:txBody>
      </p:sp>
    </p:spTree>
    <p:extLst>
      <p:ext uri="{BB962C8B-B14F-4D97-AF65-F5344CB8AC3E}">
        <p14:creationId xmlns:p14="http://schemas.microsoft.com/office/powerpoint/2010/main" val="4118213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E98731A-7DBC-4F86-9832-AD41B1C37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11138DC-642E-4E98-9ED1-8275F76599B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D. </a:t>
            </a:r>
            <a:r>
              <a:rPr lang="ko-KR" altLang="en-US" dirty="0"/>
              <a:t>변화하는 교육 트렌드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412436F3-4264-878F-7D33-7D3362C4C6CD}"/>
              </a:ext>
            </a:extLst>
          </p:cNvPr>
          <p:cNvGrpSpPr/>
          <p:nvPr/>
        </p:nvGrpSpPr>
        <p:grpSpPr>
          <a:xfrm>
            <a:off x="284652" y="1428736"/>
            <a:ext cx="4732110" cy="4429156"/>
            <a:chOff x="284652" y="1428736"/>
            <a:chExt cx="4732110" cy="4429156"/>
          </a:xfrm>
        </p:grpSpPr>
        <p:sp>
          <p:nvSpPr>
            <p:cNvPr id="22" name="한쪽 모서리가 둥근 사각형 4">
              <a:extLst>
                <a:ext uri="{FF2B5EF4-FFF2-40B4-BE49-F238E27FC236}">
                  <a16:creationId xmlns:a16="http://schemas.microsoft.com/office/drawing/2014/main" id="{9F0D78A8-327C-4775-8ABA-03C2B22246CB}"/>
                </a:ext>
              </a:extLst>
            </p:cNvPr>
            <p:cNvSpPr/>
            <p:nvPr/>
          </p:nvSpPr>
          <p:spPr>
            <a:xfrm flipH="1">
              <a:off x="284652" y="1428736"/>
              <a:ext cx="4524332" cy="4429156"/>
            </a:xfrm>
            <a:prstGeom prst="snip1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28" name="정육면체 27">
              <a:extLst>
                <a:ext uri="{FF2B5EF4-FFF2-40B4-BE49-F238E27FC236}">
                  <a16:creationId xmlns:a16="http://schemas.microsoft.com/office/drawing/2014/main" id="{56D904FD-6F1C-4ADC-8EC6-B974696154B0}"/>
                </a:ext>
              </a:extLst>
            </p:cNvPr>
            <p:cNvSpPr/>
            <p:nvPr/>
          </p:nvSpPr>
          <p:spPr>
            <a:xfrm>
              <a:off x="708083" y="1821177"/>
              <a:ext cx="1619148" cy="422560"/>
            </a:xfrm>
            <a:prstGeom prst="cube">
              <a:avLst>
                <a:gd name="adj" fmla="val 16833"/>
              </a:avLst>
            </a:prstGeom>
            <a:solidFill>
              <a:srgbClr val="92D05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교육 형태</a:t>
              </a:r>
            </a:p>
          </p:txBody>
        </p:sp>
        <p:graphicFrame>
          <p:nvGraphicFramePr>
            <p:cNvPr id="2" name="다이어그램 1"/>
            <p:cNvGraphicFramePr/>
            <p:nvPr>
              <p:extLst>
                <p:ext uri="{D42A27DB-BD31-4B8C-83A1-F6EECF244321}">
                  <p14:modId xmlns:p14="http://schemas.microsoft.com/office/powerpoint/2010/main" val="2470285228"/>
                </p:ext>
              </p:extLst>
            </p:nvPr>
          </p:nvGraphicFramePr>
          <p:xfrm>
            <a:off x="1881754" y="1602684"/>
            <a:ext cx="3135008" cy="2235173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34" name="모서리가 둥근 직사각형 57">
              <a:extLst>
                <a:ext uri="{FF2B5EF4-FFF2-40B4-BE49-F238E27FC236}">
                  <a16:creationId xmlns:a16="http://schemas.microsoft.com/office/drawing/2014/main" id="{30C28F14-658A-4CED-88D7-0CACD72A5B80}"/>
                </a:ext>
              </a:extLst>
            </p:cNvPr>
            <p:cNvSpPr/>
            <p:nvPr/>
          </p:nvSpPr>
          <p:spPr>
            <a:xfrm>
              <a:off x="500395" y="4048141"/>
              <a:ext cx="4149243" cy="1663052"/>
            </a:xfrm>
            <a:prstGeom prst="flowChartDelay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graphicFrame>
          <p:nvGraphicFramePr>
            <p:cNvPr id="36" name="다이어그램 35"/>
            <p:cNvGraphicFramePr/>
            <p:nvPr>
              <p:extLst>
                <p:ext uri="{D42A27DB-BD31-4B8C-83A1-F6EECF244321}">
                  <p14:modId xmlns:p14="http://schemas.microsoft.com/office/powerpoint/2010/main" val="2241155986"/>
                </p:ext>
              </p:extLst>
            </p:nvPr>
          </p:nvGraphicFramePr>
          <p:xfrm>
            <a:off x="765817" y="4261149"/>
            <a:ext cx="3450882" cy="1264352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  <p:sp>
          <p:nvSpPr>
            <p:cNvPr id="48" name="오른쪽 화살표 설명선 64">
              <a:extLst>
                <a:ext uri="{FF2B5EF4-FFF2-40B4-BE49-F238E27FC236}">
                  <a16:creationId xmlns:a16="http://schemas.microsoft.com/office/drawing/2014/main" id="{93078976-5B6B-42BC-B037-35EF5350A1C2}"/>
                </a:ext>
              </a:extLst>
            </p:cNvPr>
            <p:cNvSpPr/>
            <p:nvPr/>
          </p:nvSpPr>
          <p:spPr>
            <a:xfrm>
              <a:off x="799858" y="2541500"/>
              <a:ext cx="1357746" cy="933425"/>
            </a:xfrm>
            <a:prstGeom prst="upDownArrow">
              <a:avLst>
                <a:gd name="adj1" fmla="val 67409"/>
                <a:gd name="adj2" fmla="val 24123"/>
              </a:avLst>
            </a:prstGeom>
            <a:solidFill>
              <a:schemeClr val="bg2">
                <a:lumMod val="9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수요자</a:t>
              </a:r>
              <a:endParaRPr lang="en-US" altLang="ko-KR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콘텐츠</a:t>
              </a:r>
            </a:p>
          </p:txBody>
        </p:sp>
        <p:sp>
          <p:nvSpPr>
            <p:cNvPr id="50" name="정육면체 49">
              <a:extLst>
                <a:ext uri="{FF2B5EF4-FFF2-40B4-BE49-F238E27FC236}">
                  <a16:creationId xmlns:a16="http://schemas.microsoft.com/office/drawing/2014/main" id="{56D904FD-6F1C-4ADC-8EC6-B974696154B0}"/>
                </a:ext>
              </a:extLst>
            </p:cNvPr>
            <p:cNvSpPr/>
            <p:nvPr/>
          </p:nvSpPr>
          <p:spPr>
            <a:xfrm flipH="1">
              <a:off x="706889" y="3852841"/>
              <a:ext cx="2269224" cy="422560"/>
            </a:xfrm>
            <a:prstGeom prst="cube">
              <a:avLst>
                <a:gd name="adj" fmla="val 16833"/>
              </a:avLst>
            </a:prstGeom>
            <a:solidFill>
              <a:srgbClr val="92D05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맞춤형 교육 서비스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AB5239C5-F341-56DF-8723-D1669F8D8BE2}"/>
              </a:ext>
            </a:extLst>
          </p:cNvPr>
          <p:cNvGrpSpPr/>
          <p:nvPr/>
        </p:nvGrpSpPr>
        <p:grpSpPr>
          <a:xfrm>
            <a:off x="5046197" y="1428736"/>
            <a:ext cx="4524332" cy="4429156"/>
            <a:chOff x="5046197" y="1428736"/>
            <a:chExt cx="4524332" cy="4429156"/>
          </a:xfrm>
        </p:grpSpPr>
        <p:sp>
          <p:nvSpPr>
            <p:cNvPr id="5" name="한쪽 모서리가 둥근 사각형 5">
              <a:extLst>
                <a:ext uri="{FF2B5EF4-FFF2-40B4-BE49-F238E27FC236}">
                  <a16:creationId xmlns:a16="http://schemas.microsoft.com/office/drawing/2014/main" id="{63D252CB-F902-41CB-AB07-9450C5BC9AD7}"/>
                </a:ext>
              </a:extLst>
            </p:cNvPr>
            <p:cNvSpPr/>
            <p:nvPr/>
          </p:nvSpPr>
          <p:spPr>
            <a:xfrm>
              <a:off x="5046197" y="1428736"/>
              <a:ext cx="4524332" cy="4429156"/>
            </a:xfrm>
            <a:prstGeom prst="snip1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37" name="오른쪽 화살표 10">
              <a:extLst>
                <a:ext uri="{FF2B5EF4-FFF2-40B4-BE49-F238E27FC236}">
                  <a16:creationId xmlns:a16="http://schemas.microsoft.com/office/drawing/2014/main" id="{1B007D70-7132-4FE1-A46E-AFCB4303041D}"/>
                </a:ext>
              </a:extLst>
            </p:cNvPr>
            <p:cNvSpPr/>
            <p:nvPr/>
          </p:nvSpPr>
          <p:spPr>
            <a:xfrm>
              <a:off x="5420154" y="2870410"/>
              <a:ext cx="3804810" cy="2825533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7" name="왼쪽/오른쪽/위쪽 화살표 72">
              <a:extLst>
                <a:ext uri="{FF2B5EF4-FFF2-40B4-BE49-F238E27FC236}">
                  <a16:creationId xmlns:a16="http://schemas.microsoft.com/office/drawing/2014/main" id="{46036FB9-666D-4FBD-B38F-938C685BE89B}"/>
                </a:ext>
              </a:extLst>
            </p:cNvPr>
            <p:cNvSpPr/>
            <p:nvPr/>
          </p:nvSpPr>
          <p:spPr>
            <a:xfrm>
              <a:off x="6047117" y="1564294"/>
              <a:ext cx="2441275" cy="454649"/>
            </a:xfrm>
            <a:prstGeom prst="bevel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교육 트렌드</a:t>
              </a:r>
            </a:p>
          </p:txBody>
        </p:sp>
        <p:sp>
          <p:nvSpPr>
            <p:cNvPr id="24" name="오른쪽 화살표 설명선 64">
              <a:extLst>
                <a:ext uri="{FF2B5EF4-FFF2-40B4-BE49-F238E27FC236}">
                  <a16:creationId xmlns:a16="http://schemas.microsoft.com/office/drawing/2014/main" id="{93078976-5B6B-42BC-B037-35EF5350A1C2}"/>
                </a:ext>
              </a:extLst>
            </p:cNvPr>
            <p:cNvSpPr/>
            <p:nvPr/>
          </p:nvSpPr>
          <p:spPr>
            <a:xfrm>
              <a:off x="5589615" y="3043515"/>
              <a:ext cx="1119083" cy="714380"/>
            </a:xfrm>
            <a:prstGeom prst="flowChartDocumen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교육</a:t>
              </a:r>
              <a:endParaRPr lang="en-US" altLang="ko-KR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플랫폼</a:t>
              </a:r>
            </a:p>
          </p:txBody>
        </p:sp>
        <p:sp>
          <p:nvSpPr>
            <p:cNvPr id="25" name="포인트가 6개인 별 24">
              <a:extLst>
                <a:ext uri="{FF2B5EF4-FFF2-40B4-BE49-F238E27FC236}">
                  <a16:creationId xmlns:a16="http://schemas.microsoft.com/office/drawing/2014/main" id="{6AEC6041-9EBD-44BD-8B91-F65F3BDCD12C}"/>
                </a:ext>
              </a:extLst>
            </p:cNvPr>
            <p:cNvSpPr/>
            <p:nvPr/>
          </p:nvSpPr>
          <p:spPr>
            <a:xfrm flipH="1">
              <a:off x="6827078" y="3034889"/>
              <a:ext cx="1000132" cy="714380"/>
            </a:xfrm>
            <a:prstGeom prst="star6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현장</a:t>
              </a:r>
            </a:p>
          </p:txBody>
        </p:sp>
        <p:sp>
          <p:nvSpPr>
            <p:cNvPr id="27" name="오른쪽 화살표 설명선 64">
              <a:extLst>
                <a:ext uri="{FF2B5EF4-FFF2-40B4-BE49-F238E27FC236}">
                  <a16:creationId xmlns:a16="http://schemas.microsoft.com/office/drawing/2014/main" id="{93078976-5B6B-42BC-B037-35EF5350A1C2}"/>
                </a:ext>
              </a:extLst>
            </p:cNvPr>
            <p:cNvSpPr/>
            <p:nvPr/>
          </p:nvSpPr>
          <p:spPr>
            <a:xfrm flipH="1">
              <a:off x="7823645" y="3043515"/>
              <a:ext cx="1241028" cy="714380"/>
            </a:xfrm>
            <a:prstGeom prst="rightArrowCallout">
              <a:avLst>
                <a:gd name="adj1" fmla="val 77356"/>
                <a:gd name="adj2" fmla="val 25268"/>
                <a:gd name="adj3" fmla="val 29877"/>
                <a:gd name="adj4" fmla="val 74368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학습</a:t>
              </a:r>
              <a:endParaRPr lang="en-US" altLang="ko-KR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플랫폼</a:t>
              </a:r>
            </a:p>
          </p:txBody>
        </p:sp>
        <p:sp>
          <p:nvSpPr>
            <p:cNvPr id="29" name="오른쪽 화살표 설명선 64">
              <a:extLst>
                <a:ext uri="{FF2B5EF4-FFF2-40B4-BE49-F238E27FC236}">
                  <a16:creationId xmlns:a16="http://schemas.microsoft.com/office/drawing/2014/main" id="{93078976-5B6B-42BC-B037-35EF5350A1C2}"/>
                </a:ext>
              </a:extLst>
            </p:cNvPr>
            <p:cNvSpPr/>
            <p:nvPr/>
          </p:nvSpPr>
          <p:spPr>
            <a:xfrm>
              <a:off x="5580445" y="3920532"/>
              <a:ext cx="1742114" cy="720000"/>
            </a:xfrm>
            <a:prstGeom prst="homePlate">
              <a:avLst>
                <a:gd name="adj" fmla="val 42755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사고력</a:t>
              </a:r>
              <a:endParaRPr lang="en-US" altLang="ko-KR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창의성</a:t>
              </a:r>
            </a:p>
          </p:txBody>
        </p:sp>
        <p:sp>
          <p:nvSpPr>
            <p:cNvPr id="31" name="오른쪽 화살표 설명선 64">
              <a:extLst>
                <a:ext uri="{FF2B5EF4-FFF2-40B4-BE49-F238E27FC236}">
                  <a16:creationId xmlns:a16="http://schemas.microsoft.com/office/drawing/2014/main" id="{93078976-5B6B-42BC-B037-35EF5350A1C2}"/>
                </a:ext>
              </a:extLst>
            </p:cNvPr>
            <p:cNvSpPr/>
            <p:nvPr/>
          </p:nvSpPr>
          <p:spPr>
            <a:xfrm flipH="1">
              <a:off x="7322559" y="3920532"/>
              <a:ext cx="1742114" cy="720000"/>
            </a:xfrm>
            <a:prstGeom prst="homePlate">
              <a:avLst>
                <a:gd name="adj" fmla="val 43962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자율성</a:t>
              </a:r>
              <a:endParaRPr lang="en-US" altLang="ko-KR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다양성</a:t>
              </a:r>
            </a:p>
          </p:txBody>
        </p:sp>
        <p:sp>
          <p:nvSpPr>
            <p:cNvPr id="32" name="오른쪽 화살표 설명선 64">
              <a:extLst>
                <a:ext uri="{FF2B5EF4-FFF2-40B4-BE49-F238E27FC236}">
                  <a16:creationId xmlns:a16="http://schemas.microsoft.com/office/drawing/2014/main" id="{93078976-5B6B-42BC-B037-35EF5350A1C2}"/>
                </a:ext>
              </a:extLst>
            </p:cNvPr>
            <p:cNvSpPr/>
            <p:nvPr/>
          </p:nvSpPr>
          <p:spPr>
            <a:xfrm>
              <a:off x="5589615" y="4782373"/>
              <a:ext cx="1130590" cy="744736"/>
            </a:xfrm>
            <a:prstGeom prst="hear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인성</a:t>
              </a:r>
              <a:endParaRPr lang="en-US" altLang="ko-KR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교육</a:t>
              </a:r>
            </a:p>
          </p:txBody>
        </p:sp>
        <p:sp>
          <p:nvSpPr>
            <p:cNvPr id="33" name="포인트가 8개인 별 32">
              <a:extLst>
                <a:ext uri="{FF2B5EF4-FFF2-40B4-BE49-F238E27FC236}">
                  <a16:creationId xmlns:a16="http://schemas.microsoft.com/office/drawing/2014/main" id="{6AEC6041-9EBD-44BD-8B91-F65F3BDCD12C}"/>
                </a:ext>
              </a:extLst>
            </p:cNvPr>
            <p:cNvSpPr/>
            <p:nvPr/>
          </p:nvSpPr>
          <p:spPr>
            <a:xfrm rot="993534" flipH="1">
              <a:off x="6823761" y="4804497"/>
              <a:ext cx="1000132" cy="714380"/>
            </a:xfrm>
            <a:prstGeom prst="star8">
              <a:avLst>
                <a:gd name="adj" fmla="val 38708"/>
              </a:avLst>
            </a:prstGeom>
            <a:solidFill>
              <a:srgbClr val="FFFF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체험</a:t>
              </a:r>
            </a:p>
          </p:txBody>
        </p:sp>
        <p:sp>
          <p:nvSpPr>
            <p:cNvPr id="47" name="오른쪽 화살표 설명선 64">
              <a:extLst>
                <a:ext uri="{FF2B5EF4-FFF2-40B4-BE49-F238E27FC236}">
                  <a16:creationId xmlns:a16="http://schemas.microsoft.com/office/drawing/2014/main" id="{93078976-5B6B-42BC-B037-35EF5350A1C2}"/>
                </a:ext>
              </a:extLst>
            </p:cNvPr>
            <p:cNvSpPr/>
            <p:nvPr/>
          </p:nvSpPr>
          <p:spPr>
            <a:xfrm>
              <a:off x="7904824" y="4797551"/>
              <a:ext cx="1159849" cy="714380"/>
            </a:xfrm>
            <a:prstGeom prst="horizontalScroll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대안</a:t>
              </a:r>
              <a:endParaRPr lang="en-US" altLang="ko-KR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교육</a:t>
              </a:r>
            </a:p>
          </p:txBody>
        </p:sp>
        <p:sp>
          <p:nvSpPr>
            <p:cNvPr id="51" name="오른쪽 화살표 10">
              <a:extLst>
                <a:ext uri="{FF2B5EF4-FFF2-40B4-BE49-F238E27FC236}">
                  <a16:creationId xmlns:a16="http://schemas.microsoft.com/office/drawing/2014/main" id="{1B007D70-7132-4FE1-A46E-AFCB4303041D}"/>
                </a:ext>
              </a:extLst>
            </p:cNvPr>
            <p:cNvSpPr/>
            <p:nvPr/>
          </p:nvSpPr>
          <p:spPr>
            <a:xfrm>
              <a:off x="5407213" y="2177229"/>
              <a:ext cx="2497611" cy="551340"/>
            </a:xfrm>
            <a:prstGeom prst="flowChartPunchedTape">
              <a:avLst/>
            </a:prstGeom>
            <a:solidFill>
              <a:schemeClr val="accent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학습자 중심 프로그램</a:t>
              </a:r>
            </a:p>
          </p:txBody>
        </p:sp>
        <p:cxnSp>
          <p:nvCxnSpPr>
            <p:cNvPr id="26" name="꺾인 연결선 59">
              <a:extLst>
                <a:ext uri="{FF2B5EF4-FFF2-40B4-BE49-F238E27FC236}">
                  <a16:creationId xmlns:a16="http://schemas.microsoft.com/office/drawing/2014/main" id="{AB069E0A-7791-4BD0-B0CA-5AC117619E70}"/>
                </a:ext>
              </a:extLst>
            </p:cNvPr>
            <p:cNvCxnSpPr>
              <a:cxnSpLocks/>
              <a:stCxn id="51" idx="1"/>
              <a:endCxn id="37" idx="1"/>
            </p:cNvCxnSpPr>
            <p:nvPr/>
          </p:nvCxnSpPr>
          <p:spPr>
            <a:xfrm rot="10800000" flipH="1" flipV="1">
              <a:off x="5407212" y="2452899"/>
              <a:ext cx="12941" cy="1830278"/>
            </a:xfrm>
            <a:prstGeom prst="bentConnector3">
              <a:avLst>
                <a:gd name="adj1" fmla="val -1766479"/>
              </a:avLst>
            </a:prstGeom>
            <a:ln w="19050">
              <a:solidFill>
                <a:schemeClr val="tx1"/>
              </a:solidFill>
              <a:prstDash val="solid"/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4365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833</TotalTime>
  <Words>179</Words>
  <Application>Microsoft Office PowerPoint</Application>
  <PresentationFormat>A4 용지(210x297mm)</PresentationFormat>
  <Paragraphs>75</Paragraphs>
  <Slides>6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4" baseType="lpstr">
      <vt:lpstr>굴림</vt:lpstr>
      <vt:lpstr>궁서</vt:lpstr>
      <vt:lpstr>돋움</vt:lpstr>
      <vt:lpstr>맑은 고딕</vt:lpstr>
      <vt:lpstr>Arial</vt:lpstr>
      <vt:lpstr>Calibri</vt:lpstr>
      <vt:lpstr>Wingdings</vt:lpstr>
      <vt:lpstr>Office 테마</vt:lpstr>
      <vt:lpstr>Children Education </vt:lpstr>
      <vt:lpstr>목차</vt:lpstr>
      <vt:lpstr>A. 자녀 교육</vt:lpstr>
      <vt:lpstr>B. 학습지 구독</vt:lpstr>
      <vt:lpstr>C. 사교육 과목 구성율</vt:lpstr>
      <vt:lpstr>D. 변화하는 교육 트렌드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영진닷컴</cp:lastModifiedBy>
  <cp:revision>130</cp:revision>
  <cp:lastPrinted>2023-03-18T02:07:20Z</cp:lastPrinted>
  <dcterms:created xsi:type="dcterms:W3CDTF">2019-10-10T08:42:01Z</dcterms:created>
  <dcterms:modified xsi:type="dcterms:W3CDTF">2024-02-02T09:08:41Z</dcterms:modified>
</cp:coreProperties>
</file>