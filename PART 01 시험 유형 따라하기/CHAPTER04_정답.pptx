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0" autoAdjust="0"/>
    <p:restoredTop sz="94660"/>
  </p:normalViewPr>
  <p:slideViewPr>
    <p:cSldViewPr snapToGrid="0">
      <p:cViewPr>
        <p:scale>
          <a:sx n="100" d="100"/>
          <a:sy n="100" d="100"/>
        </p:scale>
        <p:origin x="122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Ⅰ. </a:t>
            </a:r>
            <a:r>
              <a:rPr lang="ko-KR" altLang="en-US"/>
              <a:t>혼합현실</a:t>
            </a:r>
            <a:r>
              <a:rPr lang="en-US" altLang="ko-KR"/>
              <a:t>(MR)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560251"/>
            <a:ext cx="8543925" cy="2193925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>
                <a:latin typeface="굴림" panose="020B0600000101010101" pitchFamily="50" charset="-127"/>
                <a:ea typeface="굴림" panose="020B0600000101010101" pitchFamily="50" charset="-127"/>
              </a:rPr>
              <a:t>Mixed Reality(MR)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reality created by mixing various methods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word that refers to all the ways that exist between reality, virtual reality(VR) and augmented reality(AR)</a:t>
            </a:r>
            <a:endParaRPr lang="ko-KR" altLang="en-US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3A12C3-3255-1BEA-C38F-100FA280D542}"/>
              </a:ext>
            </a:extLst>
          </p:cNvPr>
          <p:cNvSpPr txBox="1">
            <a:spLocks/>
          </p:cNvSpPr>
          <p:nvPr/>
        </p:nvSpPr>
        <p:spPr>
          <a:xfrm>
            <a:off x="681038" y="3919538"/>
            <a:ext cx="6919911" cy="2193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endParaRPr lang="en-US" altLang="ko-KR" sz="2400" b="1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다양한 방식을 혼합해 만들어낸 현실로 현실과 가상현실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증강현실 사이에 존재할 수 있는 모든 방식을 통틀어 일컫는 말</a:t>
            </a:r>
          </a:p>
        </p:txBody>
      </p:sp>
      <p:pic>
        <p:nvPicPr>
          <p:cNvPr id="7" name="동영상">
            <a:hlinkClick r:id="" action="ppaction://media"/>
            <a:extLst>
              <a:ext uri="{FF2B5EF4-FFF2-40B4-BE49-F238E27FC236}">
                <a16:creationId xmlns:a16="http://schemas.microsoft.com/office/drawing/2014/main" id="{B03FB3DE-F142-C1BC-74F0-CF45168B8B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1341" y="4410075"/>
            <a:ext cx="1891258" cy="14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16D01-9D64-B0CE-11B3-9D8A14AB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1643</TotalTime>
  <Words>98</Words>
  <Application>Microsoft Office PowerPoint</Application>
  <PresentationFormat>A4 용지(210x297mm)</PresentationFormat>
  <Paragraphs>21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  목차</vt:lpstr>
      <vt:lpstr>  Ⅰ. 혼합현실(MR)이란?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6</cp:revision>
  <dcterms:created xsi:type="dcterms:W3CDTF">2023-12-06T01:53:31Z</dcterms:created>
  <dcterms:modified xsi:type="dcterms:W3CDTF">2024-01-26T09:39:28Z</dcterms:modified>
</cp:coreProperties>
</file>