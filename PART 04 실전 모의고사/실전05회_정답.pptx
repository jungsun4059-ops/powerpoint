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331" r:id="rId7"/>
  </p:sldIdLst>
  <p:sldSz cx="9906000" cy="6858000" type="A4"/>
  <p:notesSz cx="6786563" cy="99234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81" userDrawn="1">
          <p15:clr>
            <a:srgbClr val="A4A3A4"/>
          </p15:clr>
        </p15:guide>
        <p15:guide id="2" pos="13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99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1584" y="114"/>
      </p:cViewPr>
      <p:guideLst>
        <p:guide orient="horz" pos="3181"/>
        <p:guide pos="130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  <a:cs typeface="+mn-cs"/>
              </a:defRPr>
            </a:pPr>
            <a:r>
              <a:rPr lang="ko-KR" sz="2400" b="1">
                <a:latin typeface="궁서" panose="02030600000101010101" pitchFamily="18" charset="-127"/>
                <a:ea typeface="궁서" panose="02030600000101010101" pitchFamily="18" charset="-127"/>
              </a:rPr>
              <a:t>테이블 포인트 각도</a:t>
            </a:r>
            <a:r>
              <a:rPr lang="en-US" sz="2400" b="1">
                <a:latin typeface="궁서" panose="02030600000101010101" pitchFamily="18" charset="-127"/>
                <a:ea typeface="궁서" panose="02030600000101010101" pitchFamily="18" charset="-127"/>
              </a:rPr>
              <a:t>(</a:t>
            </a:r>
            <a:r>
              <a:rPr lang="ko-KR" sz="2400" b="1">
                <a:latin typeface="궁서" panose="02030600000101010101" pitchFamily="18" charset="-127"/>
                <a:ea typeface="궁서" panose="02030600000101010101" pitchFamily="18" charset="-127"/>
              </a:rPr>
              <a:t>단위</a:t>
            </a:r>
            <a:r>
              <a:rPr lang="en-US" sz="2400" b="1"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sz="2400" b="1">
                <a:latin typeface="궁서" panose="02030600000101010101" pitchFamily="18" charset="-127"/>
                <a:ea typeface="궁서" panose="02030600000101010101" pitchFamily="18" charset="-127"/>
              </a:rPr>
              <a:t>도</a:t>
            </a:r>
            <a:r>
              <a:rPr lang="en-US" sz="2400" b="1">
                <a:latin typeface="궁서" panose="02030600000101010101" pitchFamily="18" charset="-127"/>
                <a:ea typeface="궁서" panose="02030600000101010101" pitchFamily="18" charset="-127"/>
              </a:rPr>
              <a:t>)</a:t>
            </a:r>
            <a:endParaRPr lang="ko-KR" sz="2400" b="1">
              <a:latin typeface="궁서" panose="02030600000101010101" pitchFamily="18" charset="-127"/>
              <a:ea typeface="궁서" panose="02030600000101010101" pitchFamily="18" charset="-127"/>
            </a:endParaRPr>
          </a:p>
        </c:rich>
      </c:tx>
      <c:overlay val="0"/>
      <c:spPr>
        <a:solidFill>
          <a:schemeClr val="bg1"/>
        </a:solidFill>
        <a:ln>
          <a:solidFill>
            <a:schemeClr val="tx1"/>
          </a:solidFill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계산각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AC4-47E6-984F-3FCD43A575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Sheet1!$B$1:$E$1</c:f>
              <c:strCache>
                <c:ptCount val="4"/>
                <c:pt idx="0">
                  <c:v>장1</c:v>
                </c:pt>
                <c:pt idx="1">
                  <c:v>장2</c:v>
                </c:pt>
                <c:pt idx="2">
                  <c:v>장3</c:v>
                </c:pt>
                <c:pt idx="3">
                  <c:v>장4</c:v>
                </c:pt>
              </c:strCache>
            </c:strRef>
          </c:cat>
          <c:val>
            <c:numRef>
              <c:f>Sheet1!$B$2:$E$2</c:f>
              <c:numCache>
                <c:formatCode>0.0_ </c:formatCode>
                <c:ptCount val="4"/>
                <c:pt idx="0">
                  <c:v>14</c:v>
                </c:pt>
                <c:pt idx="1">
                  <c:v>26.6</c:v>
                </c:pt>
                <c:pt idx="2">
                  <c:v>36.9</c:v>
                </c:pt>
                <c:pt idx="3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F5-481C-90ED-2FE3AEF8BD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2612160"/>
        <c:axId val="232599680"/>
      </c:barChart>
      <c:lineChart>
        <c:grouping val="standar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근사각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12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cat>
            <c:strRef>
              <c:f>Sheet1!$B$1:$E$1</c:f>
              <c:strCache>
                <c:ptCount val="4"/>
                <c:pt idx="0">
                  <c:v>장1</c:v>
                </c:pt>
                <c:pt idx="1">
                  <c:v>장2</c:v>
                </c:pt>
                <c:pt idx="2">
                  <c:v>장3</c:v>
                </c:pt>
                <c:pt idx="3">
                  <c:v>장4</c:v>
                </c:pt>
              </c:strCache>
            </c:strRef>
          </c:cat>
          <c:val>
            <c:numRef>
              <c:f>Sheet1!$B$3:$E$3</c:f>
              <c:numCache>
                <c:formatCode>0.0_ </c:formatCode>
                <c:ptCount val="4"/>
                <c:pt idx="0">
                  <c:v>15</c:v>
                </c:pt>
                <c:pt idx="1">
                  <c:v>25</c:v>
                </c:pt>
                <c:pt idx="2">
                  <c:v>35</c:v>
                </c:pt>
                <c:pt idx="3">
                  <c:v>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8F5-481C-90ED-2FE3AEF8BD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2603520"/>
        <c:axId val="284132080"/>
      </c:lineChart>
      <c:catAx>
        <c:axId val="232612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232599680"/>
        <c:crosses val="autoZero"/>
        <c:auto val="1"/>
        <c:lblAlgn val="ctr"/>
        <c:lblOffset val="100"/>
        <c:noMultiLvlLbl val="0"/>
      </c:catAx>
      <c:valAx>
        <c:axId val="232599680"/>
        <c:scaling>
          <c:orientation val="minMax"/>
        </c:scaling>
        <c:delete val="0"/>
        <c:axPos val="l"/>
        <c:numFmt formatCode="0_ 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232612160"/>
        <c:crosses val="autoZero"/>
        <c:crossBetween val="between"/>
      </c:valAx>
      <c:valAx>
        <c:axId val="284132080"/>
        <c:scaling>
          <c:orientation val="minMax"/>
        </c:scaling>
        <c:delete val="0"/>
        <c:axPos val="r"/>
        <c:numFmt formatCode="0.0_ 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232603520"/>
        <c:crosses val="max"/>
        <c:crossBetween val="between"/>
        <c:majorUnit val="10"/>
      </c:valAx>
      <c:catAx>
        <c:axId val="2326035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4132080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</c:dTable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FFF00"/>
    </a:solidFill>
    <a:ln>
      <a:solidFill>
        <a:schemeClr val="tx1"/>
      </a:solidFill>
    </a:ln>
    <a:effectLst/>
  </c:spPr>
  <c:txPr>
    <a:bodyPr/>
    <a:lstStyle/>
    <a:p>
      <a:pPr>
        <a:defRPr sz="1600">
          <a:solidFill>
            <a:schemeClr val="tx1"/>
          </a:solidFill>
          <a:latin typeface="돋움" panose="020B0600000101010101" pitchFamily="50" charset="-127"/>
          <a:ea typeface="돋움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B90BA0-0A3E-4A5E-A7C8-86ACF7B61ECF}" type="doc">
      <dgm:prSet loTypeId="urn:microsoft.com/office/officeart/2005/8/layout/matrix3" loCatId="matrix" qsTypeId="urn:microsoft.com/office/officeart/2005/8/quickstyle/3d5" qsCatId="3D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E56DA202-B453-4C02-96A2-6A7F55366B6A}">
      <dgm:prSet phldrT="[텍스트]" custT="1"/>
      <dgm:spPr/>
      <dgm:t>
        <a:bodyPr/>
        <a:lstStyle/>
        <a:p>
          <a:pPr latinLnBrk="1"/>
          <a:r>
            <a:rPr lang="ko-KR" altLang="en-US" sz="18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밀어치기</a:t>
          </a:r>
        </a:p>
      </dgm:t>
    </dgm:pt>
    <dgm:pt modelId="{5E034E49-F52D-4217-9ABC-7154F662A62F}" type="parTrans" cxnId="{FB8126E5-6568-45AC-9E16-C3F419DD5EEA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D8C23235-0DBA-4E8D-A5AC-4F3C4921D19E}" type="sibTrans" cxnId="{FB8126E5-6568-45AC-9E16-C3F419DD5EEA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1D779B90-345C-44F7-8345-5F86C04136A7}">
      <dgm:prSet phldrT="[텍스트]" custT="1"/>
      <dgm:spPr/>
      <dgm:t>
        <a:bodyPr/>
        <a:lstStyle/>
        <a:p>
          <a:pPr latinLnBrk="1"/>
          <a:r>
            <a:rPr lang="ko-KR" altLang="en-US" sz="18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끌어치기</a:t>
          </a:r>
        </a:p>
      </dgm:t>
    </dgm:pt>
    <dgm:pt modelId="{F5E14D13-1EA0-4D76-BD6B-E8683C3AFBFC}" type="parTrans" cxnId="{D2DAC3CB-8C92-481C-B21D-273D46FBBB37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8419BE60-68D5-47FA-A11E-286A51C12916}" type="sibTrans" cxnId="{D2DAC3CB-8C92-481C-B21D-273D46FBBB37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53345FB0-7BCD-44F3-A79D-62B9493B3D3B}">
      <dgm:prSet phldrT="[텍스트]" custT="1"/>
      <dgm:spPr/>
      <dgm:t>
        <a:bodyPr/>
        <a:lstStyle/>
        <a:p>
          <a:pPr latinLnBrk="1"/>
          <a:r>
            <a:rPr lang="ko-KR" altLang="en-US" sz="18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앞돌리기</a:t>
          </a:r>
        </a:p>
      </dgm:t>
    </dgm:pt>
    <dgm:pt modelId="{A5853772-F26F-4C79-BFD7-3F914E680CCE}" type="parTrans" cxnId="{925C1C4A-C8D8-4473-BDFA-91C75F241CD2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725CCCF9-5B87-4BAB-8732-169BD38738B6}" type="sibTrans" cxnId="{925C1C4A-C8D8-4473-BDFA-91C75F241CD2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E35A8DE4-D905-4EA1-9B0D-C6538D729E9D}">
      <dgm:prSet phldrT="[텍스트]" custT="1"/>
      <dgm:spPr/>
      <dgm:t>
        <a:bodyPr/>
        <a:lstStyle/>
        <a:p>
          <a:pPr latinLnBrk="1"/>
          <a:r>
            <a:rPr lang="ko-KR" altLang="en-US" sz="18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세워치기</a:t>
          </a:r>
        </a:p>
      </dgm:t>
    </dgm:pt>
    <dgm:pt modelId="{1C4DE0B2-C4E5-4A98-90DA-7D7B92867CB0}" type="parTrans" cxnId="{2B72BBCC-1606-4EB7-8086-263BC80A85A1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DCBE2727-4428-48C3-ACBF-4DD5C1E37DF4}" type="sibTrans" cxnId="{2B72BBCC-1606-4EB7-8086-263BC80A85A1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CBF51765-4A5D-4A98-84F4-DD56EF6D1ABA}" type="pres">
      <dgm:prSet presAssocID="{59B90BA0-0A3E-4A5E-A7C8-86ACF7B61ECF}" presName="matrix" presStyleCnt="0">
        <dgm:presLayoutVars>
          <dgm:chMax val="1"/>
          <dgm:dir/>
          <dgm:resizeHandles val="exact"/>
        </dgm:presLayoutVars>
      </dgm:prSet>
      <dgm:spPr/>
    </dgm:pt>
    <dgm:pt modelId="{DF44D146-68B1-4DB2-8CAD-36122CDBE3F8}" type="pres">
      <dgm:prSet presAssocID="{59B90BA0-0A3E-4A5E-A7C8-86ACF7B61ECF}" presName="diamond" presStyleLbl="bgShp" presStyleIdx="0" presStyleCnt="1"/>
      <dgm:spPr/>
    </dgm:pt>
    <dgm:pt modelId="{0F557765-261D-4486-9D29-39B56A02DAAC}" type="pres">
      <dgm:prSet presAssocID="{59B90BA0-0A3E-4A5E-A7C8-86ACF7B61EC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502BD04-BB28-40D6-8D4E-D086749F3DEF}" type="pres">
      <dgm:prSet presAssocID="{59B90BA0-0A3E-4A5E-A7C8-86ACF7B61EC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F8CC545-A04C-42CF-ABE9-A76C197B9FDD}" type="pres">
      <dgm:prSet presAssocID="{59B90BA0-0A3E-4A5E-A7C8-86ACF7B61EC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90C03E4-C3BC-4AB4-9BFD-188C2C8278EE}" type="pres">
      <dgm:prSet presAssocID="{59B90BA0-0A3E-4A5E-A7C8-86ACF7B61EC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163F91D-510E-469A-AA3F-4B8BEC1824A2}" type="presOf" srcId="{1D779B90-345C-44F7-8345-5F86C04136A7}" destId="{6502BD04-BB28-40D6-8D4E-D086749F3DEF}" srcOrd="0" destOrd="0" presId="urn:microsoft.com/office/officeart/2005/8/layout/matrix3"/>
    <dgm:cxn modelId="{925C1C4A-C8D8-4473-BDFA-91C75F241CD2}" srcId="{59B90BA0-0A3E-4A5E-A7C8-86ACF7B61ECF}" destId="{53345FB0-7BCD-44F3-A79D-62B9493B3D3B}" srcOrd="2" destOrd="0" parTransId="{A5853772-F26F-4C79-BFD7-3F914E680CCE}" sibTransId="{725CCCF9-5B87-4BAB-8732-169BD38738B6}"/>
    <dgm:cxn modelId="{39231F73-FB30-4852-8BD4-908F504A6845}" type="presOf" srcId="{E35A8DE4-D905-4EA1-9B0D-C6538D729E9D}" destId="{E90C03E4-C3BC-4AB4-9BFD-188C2C8278EE}" srcOrd="0" destOrd="0" presId="urn:microsoft.com/office/officeart/2005/8/layout/matrix3"/>
    <dgm:cxn modelId="{70D182C0-D839-4EBE-8256-35FD619D1D2F}" type="presOf" srcId="{59B90BA0-0A3E-4A5E-A7C8-86ACF7B61ECF}" destId="{CBF51765-4A5D-4A98-84F4-DD56EF6D1ABA}" srcOrd="0" destOrd="0" presId="urn:microsoft.com/office/officeart/2005/8/layout/matrix3"/>
    <dgm:cxn modelId="{D2DAC3CB-8C92-481C-B21D-273D46FBBB37}" srcId="{59B90BA0-0A3E-4A5E-A7C8-86ACF7B61ECF}" destId="{1D779B90-345C-44F7-8345-5F86C04136A7}" srcOrd="1" destOrd="0" parTransId="{F5E14D13-1EA0-4D76-BD6B-E8683C3AFBFC}" sibTransId="{8419BE60-68D5-47FA-A11E-286A51C12916}"/>
    <dgm:cxn modelId="{2B72BBCC-1606-4EB7-8086-263BC80A85A1}" srcId="{59B90BA0-0A3E-4A5E-A7C8-86ACF7B61ECF}" destId="{E35A8DE4-D905-4EA1-9B0D-C6538D729E9D}" srcOrd="3" destOrd="0" parTransId="{1C4DE0B2-C4E5-4A98-90DA-7D7B92867CB0}" sibTransId="{DCBE2727-4428-48C3-ACBF-4DD5C1E37DF4}"/>
    <dgm:cxn modelId="{1303A2DC-19B7-4210-A4D4-FBC238D8C634}" type="presOf" srcId="{E56DA202-B453-4C02-96A2-6A7F55366B6A}" destId="{0F557765-261D-4486-9D29-39B56A02DAAC}" srcOrd="0" destOrd="0" presId="urn:microsoft.com/office/officeart/2005/8/layout/matrix3"/>
    <dgm:cxn modelId="{FB8126E5-6568-45AC-9E16-C3F419DD5EEA}" srcId="{59B90BA0-0A3E-4A5E-A7C8-86ACF7B61ECF}" destId="{E56DA202-B453-4C02-96A2-6A7F55366B6A}" srcOrd="0" destOrd="0" parTransId="{5E034E49-F52D-4217-9ABC-7154F662A62F}" sibTransId="{D8C23235-0DBA-4E8D-A5AC-4F3C4921D19E}"/>
    <dgm:cxn modelId="{EA592AF6-D3EF-44BC-909D-5831A7A172C6}" type="presOf" srcId="{53345FB0-7BCD-44F3-A79D-62B9493B3D3B}" destId="{0F8CC545-A04C-42CF-ABE9-A76C197B9FDD}" srcOrd="0" destOrd="0" presId="urn:microsoft.com/office/officeart/2005/8/layout/matrix3"/>
    <dgm:cxn modelId="{B330418D-0485-444F-B100-9F15285FA358}" type="presParOf" srcId="{CBF51765-4A5D-4A98-84F4-DD56EF6D1ABA}" destId="{DF44D146-68B1-4DB2-8CAD-36122CDBE3F8}" srcOrd="0" destOrd="0" presId="urn:microsoft.com/office/officeart/2005/8/layout/matrix3"/>
    <dgm:cxn modelId="{31C0D22A-2E99-4590-8268-D0922748956B}" type="presParOf" srcId="{CBF51765-4A5D-4A98-84F4-DD56EF6D1ABA}" destId="{0F557765-261D-4486-9D29-39B56A02DAAC}" srcOrd="1" destOrd="0" presId="urn:microsoft.com/office/officeart/2005/8/layout/matrix3"/>
    <dgm:cxn modelId="{3D7F0327-EC09-46B3-AB8A-A2C83D2C8BD6}" type="presParOf" srcId="{CBF51765-4A5D-4A98-84F4-DD56EF6D1ABA}" destId="{6502BD04-BB28-40D6-8D4E-D086749F3DEF}" srcOrd="2" destOrd="0" presId="urn:microsoft.com/office/officeart/2005/8/layout/matrix3"/>
    <dgm:cxn modelId="{2BB3EEA3-0EFD-43F1-956B-376949097AC2}" type="presParOf" srcId="{CBF51765-4A5D-4A98-84F4-DD56EF6D1ABA}" destId="{0F8CC545-A04C-42CF-ABE9-A76C197B9FDD}" srcOrd="3" destOrd="0" presId="urn:microsoft.com/office/officeart/2005/8/layout/matrix3"/>
    <dgm:cxn modelId="{CCAADF67-7DBB-4F22-8C89-2335D27D4680}" type="presParOf" srcId="{CBF51765-4A5D-4A98-84F4-DD56EF6D1ABA}" destId="{E90C03E4-C3BC-4AB4-9BFD-188C2C8278E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8962974-2710-40EF-89F4-63089BF007A0}" type="doc">
      <dgm:prSet loTypeId="urn:microsoft.com/office/officeart/2005/8/layout/venn3" loCatId="relationship" qsTypeId="urn:microsoft.com/office/officeart/2005/8/quickstyle/3d2" qsCatId="3D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0A79067A-31CD-4034-A78D-B9FCA6E722C6}">
      <dgm:prSet phldrT="[텍스트]" custT="1"/>
      <dgm:spPr/>
      <dgm:t>
        <a:bodyPr/>
        <a:lstStyle/>
        <a:p>
          <a:pPr latinLnBrk="1"/>
          <a:r>
            <a:rPr lang="ko-KR" altLang="en-US" sz="180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당구공</a:t>
          </a:r>
        </a:p>
      </dgm:t>
    </dgm:pt>
    <dgm:pt modelId="{0D20C167-C60C-49AE-9647-02A717131A36}" type="parTrans" cxnId="{E56B9BD8-F688-4DED-916E-5072FAE59C18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395F8163-D674-4835-A3D9-0C75C736AF31}" type="sibTrans" cxnId="{E56B9BD8-F688-4DED-916E-5072FAE59C18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69A74DEA-D457-4F66-BE8E-494662A6404F}">
      <dgm:prSet phldrT="[텍스트]" custT="1"/>
      <dgm:spPr/>
      <dgm:t>
        <a:bodyPr/>
        <a:lstStyle/>
        <a:p>
          <a:pPr latinLnBrk="1"/>
          <a:r>
            <a:rPr lang="ko-KR" altLang="en-US" sz="180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당구대</a:t>
          </a:r>
          <a:endParaRPr lang="ko-KR" altLang="en-US" sz="1800" dirty="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2DC4E3ED-7D7D-438B-A463-739D9430A380}" type="parTrans" cxnId="{344281D5-1776-49F9-84F6-5B39086B76DE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48E60903-4908-479E-BDD1-3B358B394405}" type="sibTrans" cxnId="{344281D5-1776-49F9-84F6-5B39086B76DE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8422A45C-EC6F-4E90-AC22-97664652E6F5}">
      <dgm:prSet phldrT="[텍스트]" custT="1"/>
      <dgm:spPr/>
      <dgm:t>
        <a:bodyPr/>
        <a:lstStyle/>
        <a:p>
          <a:pPr latinLnBrk="1"/>
          <a:r>
            <a:rPr lang="ko-KR" altLang="en-US" sz="180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큐</a:t>
          </a:r>
          <a:br>
            <a:rPr lang="en-US" altLang="ko-KR" sz="180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</a:br>
          <a:r>
            <a:rPr lang="ko-KR" altLang="en-US" sz="180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막대</a:t>
          </a:r>
        </a:p>
      </dgm:t>
    </dgm:pt>
    <dgm:pt modelId="{5EA676AF-5475-481F-AA51-D3ECC8E164AD}" type="parTrans" cxnId="{09DCD754-FC5C-4A7B-80C8-1259F47A8B88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6B2244DE-1EAE-44F8-AE90-6A8722EF42E2}" type="sibTrans" cxnId="{09DCD754-FC5C-4A7B-80C8-1259F47A8B88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D2E2E240-BDE2-4886-B7F4-BCFA8D7EA29F}" type="pres">
      <dgm:prSet presAssocID="{F8962974-2710-40EF-89F4-63089BF007A0}" presName="Name0" presStyleCnt="0">
        <dgm:presLayoutVars>
          <dgm:dir/>
          <dgm:resizeHandles val="exact"/>
        </dgm:presLayoutVars>
      </dgm:prSet>
      <dgm:spPr/>
    </dgm:pt>
    <dgm:pt modelId="{C548DCAF-E92D-4D0E-82EC-679669F1E3E5}" type="pres">
      <dgm:prSet presAssocID="{0A79067A-31CD-4034-A78D-B9FCA6E722C6}" presName="Name5" presStyleLbl="vennNode1" presStyleIdx="0" presStyleCnt="3">
        <dgm:presLayoutVars>
          <dgm:bulletEnabled val="1"/>
        </dgm:presLayoutVars>
      </dgm:prSet>
      <dgm:spPr/>
    </dgm:pt>
    <dgm:pt modelId="{FF39DD83-4EB4-49F4-8BD3-8BB4E8175945}" type="pres">
      <dgm:prSet presAssocID="{395F8163-D674-4835-A3D9-0C75C736AF31}" presName="space" presStyleCnt="0"/>
      <dgm:spPr/>
    </dgm:pt>
    <dgm:pt modelId="{45F12268-C686-4F70-AF4F-F6FDA5D4DF0E}" type="pres">
      <dgm:prSet presAssocID="{69A74DEA-D457-4F66-BE8E-494662A6404F}" presName="Name5" presStyleLbl="vennNode1" presStyleIdx="1" presStyleCnt="3">
        <dgm:presLayoutVars>
          <dgm:bulletEnabled val="1"/>
        </dgm:presLayoutVars>
      </dgm:prSet>
      <dgm:spPr/>
    </dgm:pt>
    <dgm:pt modelId="{5854875B-D453-4AC6-8994-87CE78544D9E}" type="pres">
      <dgm:prSet presAssocID="{48E60903-4908-479E-BDD1-3B358B394405}" presName="space" presStyleCnt="0"/>
      <dgm:spPr/>
    </dgm:pt>
    <dgm:pt modelId="{2ACDE37D-A0B9-4AE8-A902-1CB745861B68}" type="pres">
      <dgm:prSet presAssocID="{8422A45C-EC6F-4E90-AC22-97664652E6F5}" presName="Name5" presStyleLbl="vennNode1" presStyleIdx="2" presStyleCnt="3">
        <dgm:presLayoutVars>
          <dgm:bulletEnabled val="1"/>
        </dgm:presLayoutVars>
      </dgm:prSet>
      <dgm:spPr/>
    </dgm:pt>
  </dgm:ptLst>
  <dgm:cxnLst>
    <dgm:cxn modelId="{547FB831-463F-483B-A4BD-D8B262A74476}" type="presOf" srcId="{F8962974-2710-40EF-89F4-63089BF007A0}" destId="{D2E2E240-BDE2-4886-B7F4-BCFA8D7EA29F}" srcOrd="0" destOrd="0" presId="urn:microsoft.com/office/officeart/2005/8/layout/venn3"/>
    <dgm:cxn modelId="{4521EC3F-54AF-4ABA-900E-A5960DF05AF4}" type="presOf" srcId="{69A74DEA-D457-4F66-BE8E-494662A6404F}" destId="{45F12268-C686-4F70-AF4F-F6FDA5D4DF0E}" srcOrd="0" destOrd="0" presId="urn:microsoft.com/office/officeart/2005/8/layout/venn3"/>
    <dgm:cxn modelId="{B73A1D40-DCB3-43D1-B66C-FED86BA52B13}" type="presOf" srcId="{0A79067A-31CD-4034-A78D-B9FCA6E722C6}" destId="{C548DCAF-E92D-4D0E-82EC-679669F1E3E5}" srcOrd="0" destOrd="0" presId="urn:microsoft.com/office/officeart/2005/8/layout/venn3"/>
    <dgm:cxn modelId="{09DCD754-FC5C-4A7B-80C8-1259F47A8B88}" srcId="{F8962974-2710-40EF-89F4-63089BF007A0}" destId="{8422A45C-EC6F-4E90-AC22-97664652E6F5}" srcOrd="2" destOrd="0" parTransId="{5EA676AF-5475-481F-AA51-D3ECC8E164AD}" sibTransId="{6B2244DE-1EAE-44F8-AE90-6A8722EF42E2}"/>
    <dgm:cxn modelId="{26776180-6945-4438-80F7-F5113FC8AF3B}" type="presOf" srcId="{8422A45C-EC6F-4E90-AC22-97664652E6F5}" destId="{2ACDE37D-A0B9-4AE8-A902-1CB745861B68}" srcOrd="0" destOrd="0" presId="urn:microsoft.com/office/officeart/2005/8/layout/venn3"/>
    <dgm:cxn modelId="{344281D5-1776-49F9-84F6-5B39086B76DE}" srcId="{F8962974-2710-40EF-89F4-63089BF007A0}" destId="{69A74DEA-D457-4F66-BE8E-494662A6404F}" srcOrd="1" destOrd="0" parTransId="{2DC4E3ED-7D7D-438B-A463-739D9430A380}" sibTransId="{48E60903-4908-479E-BDD1-3B358B394405}"/>
    <dgm:cxn modelId="{E56B9BD8-F688-4DED-916E-5072FAE59C18}" srcId="{F8962974-2710-40EF-89F4-63089BF007A0}" destId="{0A79067A-31CD-4034-A78D-B9FCA6E722C6}" srcOrd="0" destOrd="0" parTransId="{0D20C167-C60C-49AE-9647-02A717131A36}" sibTransId="{395F8163-D674-4835-A3D9-0C75C736AF31}"/>
    <dgm:cxn modelId="{ED2C871A-F446-4B7A-9735-8A82BB017FA0}" type="presParOf" srcId="{D2E2E240-BDE2-4886-B7F4-BCFA8D7EA29F}" destId="{C548DCAF-E92D-4D0E-82EC-679669F1E3E5}" srcOrd="0" destOrd="0" presId="urn:microsoft.com/office/officeart/2005/8/layout/venn3"/>
    <dgm:cxn modelId="{770F04A7-6494-41D3-A04C-5F2B6EBC4D80}" type="presParOf" srcId="{D2E2E240-BDE2-4886-B7F4-BCFA8D7EA29F}" destId="{FF39DD83-4EB4-49F4-8BD3-8BB4E8175945}" srcOrd="1" destOrd="0" presId="urn:microsoft.com/office/officeart/2005/8/layout/venn3"/>
    <dgm:cxn modelId="{6A6AB622-D786-4528-8AD7-FC9C3619E5FB}" type="presParOf" srcId="{D2E2E240-BDE2-4886-B7F4-BCFA8D7EA29F}" destId="{45F12268-C686-4F70-AF4F-F6FDA5D4DF0E}" srcOrd="2" destOrd="0" presId="urn:microsoft.com/office/officeart/2005/8/layout/venn3"/>
    <dgm:cxn modelId="{54DD3C0E-843F-4BBF-A94A-25260E3AD2F1}" type="presParOf" srcId="{D2E2E240-BDE2-4886-B7F4-BCFA8D7EA29F}" destId="{5854875B-D453-4AC6-8994-87CE78544D9E}" srcOrd="3" destOrd="0" presId="urn:microsoft.com/office/officeart/2005/8/layout/venn3"/>
    <dgm:cxn modelId="{307CF962-BBE3-46A5-B719-1510A645CC35}" type="presParOf" srcId="{D2E2E240-BDE2-4886-B7F4-BCFA8D7EA29F}" destId="{2ACDE37D-A0B9-4AE8-A902-1CB745861B68}" srcOrd="4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44D146-68B1-4DB2-8CAD-36122CDBE3F8}">
      <dsp:nvSpPr>
        <dsp:cNvPr id="0" name=""/>
        <dsp:cNvSpPr/>
      </dsp:nvSpPr>
      <dsp:spPr>
        <a:xfrm>
          <a:off x="105271" y="0"/>
          <a:ext cx="1949457" cy="1949457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557765-261D-4486-9D29-39B56A02DAAC}">
      <dsp:nvSpPr>
        <dsp:cNvPr id="0" name=""/>
        <dsp:cNvSpPr/>
      </dsp:nvSpPr>
      <dsp:spPr>
        <a:xfrm>
          <a:off x="290469" y="185198"/>
          <a:ext cx="760288" cy="76028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밀어치기</a:t>
          </a:r>
        </a:p>
      </dsp:txBody>
      <dsp:txXfrm>
        <a:off x="327583" y="222312"/>
        <a:ext cx="686060" cy="686060"/>
      </dsp:txXfrm>
    </dsp:sp>
    <dsp:sp modelId="{6502BD04-BB28-40D6-8D4E-D086749F3DEF}">
      <dsp:nvSpPr>
        <dsp:cNvPr id="0" name=""/>
        <dsp:cNvSpPr/>
      </dsp:nvSpPr>
      <dsp:spPr>
        <a:xfrm>
          <a:off x="1109241" y="185198"/>
          <a:ext cx="760288" cy="76028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끌어치기</a:t>
          </a:r>
        </a:p>
      </dsp:txBody>
      <dsp:txXfrm>
        <a:off x="1146355" y="222312"/>
        <a:ext cx="686060" cy="686060"/>
      </dsp:txXfrm>
    </dsp:sp>
    <dsp:sp modelId="{0F8CC545-A04C-42CF-ABE9-A76C197B9FDD}">
      <dsp:nvSpPr>
        <dsp:cNvPr id="0" name=""/>
        <dsp:cNvSpPr/>
      </dsp:nvSpPr>
      <dsp:spPr>
        <a:xfrm>
          <a:off x="290469" y="1003970"/>
          <a:ext cx="760288" cy="76028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앞돌리기</a:t>
          </a:r>
        </a:p>
      </dsp:txBody>
      <dsp:txXfrm>
        <a:off x="327583" y="1041084"/>
        <a:ext cx="686060" cy="686060"/>
      </dsp:txXfrm>
    </dsp:sp>
    <dsp:sp modelId="{E90C03E4-C3BC-4AB4-9BFD-188C2C8278EE}">
      <dsp:nvSpPr>
        <dsp:cNvPr id="0" name=""/>
        <dsp:cNvSpPr/>
      </dsp:nvSpPr>
      <dsp:spPr>
        <a:xfrm>
          <a:off x="1109241" y="1003970"/>
          <a:ext cx="760288" cy="76028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세워치기</a:t>
          </a:r>
        </a:p>
      </dsp:txBody>
      <dsp:txXfrm>
        <a:off x="1146355" y="1041084"/>
        <a:ext cx="686060" cy="6860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48DCAF-E92D-4D0E-82EC-679669F1E3E5}">
      <dsp:nvSpPr>
        <dsp:cNvPr id="0" name=""/>
        <dsp:cNvSpPr/>
      </dsp:nvSpPr>
      <dsp:spPr>
        <a:xfrm>
          <a:off x="1114" y="494027"/>
          <a:ext cx="974311" cy="974311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53620" tIns="22860" rIns="53620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당구공</a:t>
          </a:r>
        </a:p>
      </dsp:txBody>
      <dsp:txXfrm>
        <a:off x="143799" y="636712"/>
        <a:ext cx="688941" cy="688941"/>
      </dsp:txXfrm>
    </dsp:sp>
    <dsp:sp modelId="{45F12268-C686-4F70-AF4F-F6FDA5D4DF0E}">
      <dsp:nvSpPr>
        <dsp:cNvPr id="0" name=""/>
        <dsp:cNvSpPr/>
      </dsp:nvSpPr>
      <dsp:spPr>
        <a:xfrm>
          <a:off x="780563" y="494027"/>
          <a:ext cx="974311" cy="974311"/>
        </a:xfrm>
        <a:prstGeom prst="ellipse">
          <a:avLst/>
        </a:prstGeom>
        <a:gradFill rotWithShape="0">
          <a:gsLst>
            <a:gs pos="0">
              <a:schemeClr val="accent3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53620" tIns="22860" rIns="53620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당구대</a:t>
          </a:r>
          <a:endParaRPr lang="ko-KR" altLang="en-US" sz="1800" kern="1200" dirty="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sp:txBody>
      <dsp:txXfrm>
        <a:off x="923248" y="636712"/>
        <a:ext cx="688941" cy="688941"/>
      </dsp:txXfrm>
    </dsp:sp>
    <dsp:sp modelId="{2ACDE37D-A0B9-4AE8-A902-1CB745861B68}">
      <dsp:nvSpPr>
        <dsp:cNvPr id="0" name=""/>
        <dsp:cNvSpPr/>
      </dsp:nvSpPr>
      <dsp:spPr>
        <a:xfrm>
          <a:off x="1560012" y="494027"/>
          <a:ext cx="974311" cy="974311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53620" tIns="22860" rIns="53620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큐</a:t>
          </a:r>
          <a:br>
            <a:rPr lang="en-US" altLang="ko-KR" sz="1800" kern="120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</a:br>
          <a:r>
            <a:rPr lang="ko-KR" altLang="en-US" sz="1800" kern="120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막대</a:t>
          </a:r>
        </a:p>
      </dsp:txBody>
      <dsp:txXfrm>
        <a:off x="1702697" y="636712"/>
        <a:ext cx="688941" cy="6889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0844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4149" y="0"/>
            <a:ext cx="2940844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C1A836-5903-4B5F-A3E3-7DF268CEE402}" type="datetimeFigureOut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4725" y="1239838"/>
            <a:ext cx="4837113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8657" y="4775666"/>
            <a:ext cx="5429250" cy="39073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5568"/>
            <a:ext cx="2940844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4149" y="9425568"/>
            <a:ext cx="2940844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56EACD-65A0-446B-9C59-DA263DA3566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3047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8C72-5831-47B0-9DE4-7055291F8DAD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8094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C188C-AEF5-41BA-8BE7-7F8ECDFB9E23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972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250B-E19F-4AD1-A4A4-73E4A8648F81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3266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F7AB8-4F8C-4926-A5BB-2C5E39402820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4791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AEEDB-E755-4516-902E-0E25DD270D2E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0750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8081-4A06-4CEA-97E5-E6F24F2F4F9A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B391C14E-ADBB-4C2F-9626-3E6F69969D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6289D30-A84F-4488-8687-01AE3C317F57}"/>
              </a:ext>
            </a:extLst>
          </p:cNvPr>
          <p:cNvSpPr/>
          <p:nvPr userDrawn="1"/>
        </p:nvSpPr>
        <p:spPr>
          <a:xfrm>
            <a:off x="-1" y="559837"/>
            <a:ext cx="9906000" cy="544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/>
          </a:p>
        </p:txBody>
      </p:sp>
      <p:sp>
        <p:nvSpPr>
          <p:cNvPr id="7" name="화살표: 오각형 6">
            <a:extLst>
              <a:ext uri="{FF2B5EF4-FFF2-40B4-BE49-F238E27FC236}">
                <a16:creationId xmlns:a16="http://schemas.microsoft.com/office/drawing/2014/main" id="{7B04B29F-EC1B-493A-956C-A3EAF307ABF9}"/>
              </a:ext>
            </a:extLst>
          </p:cNvPr>
          <p:cNvSpPr/>
          <p:nvPr userDrawn="1"/>
        </p:nvSpPr>
        <p:spPr>
          <a:xfrm flipH="1">
            <a:off x="681036" y="0"/>
            <a:ext cx="8543925" cy="1104168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2D20B06-00A9-4924-971A-F8CE18CDE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9906000" cy="1085913"/>
          </a:xfrm>
        </p:spPr>
        <p:txBody>
          <a:bodyPr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2DF2AC3-CFE8-4905-969C-91206C3B50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119" y="6157669"/>
            <a:ext cx="1933208" cy="64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62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E2B65-D37D-446A-8B9A-42C33D21C6AF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2191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AB71-5A72-4654-B713-0DA1346CBB5B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2811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3049-CDA3-4553-B447-179E5E1806D0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7336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F0516-3FED-4EAF-B3BB-AD3A4F5610B4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3009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18F79-A23E-4707-8772-9ECD61421F5C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8375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97A36-0F3C-4717-B914-DA0EF682EA43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8045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" Target="slide5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지연 3">
            <a:extLst>
              <a:ext uri="{FF2B5EF4-FFF2-40B4-BE49-F238E27FC236}">
                <a16:creationId xmlns:a16="http://schemas.microsoft.com/office/drawing/2014/main" id="{C0F427AA-D30F-388D-9523-FDA0749BB0D1}"/>
              </a:ext>
            </a:extLst>
          </p:cNvPr>
          <p:cNvSpPr/>
          <p:nvPr/>
        </p:nvSpPr>
        <p:spPr>
          <a:xfrm>
            <a:off x="0" y="0"/>
            <a:ext cx="4889606" cy="6858000"/>
          </a:xfrm>
          <a:prstGeom prst="flowChartDelay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97A6E0-01CE-4B30-AF99-E26DAF4BD393}"/>
              </a:ext>
            </a:extLst>
          </p:cNvPr>
          <p:cNvSpPr/>
          <p:nvPr/>
        </p:nvSpPr>
        <p:spPr>
          <a:xfrm>
            <a:off x="2336287" y="3445938"/>
            <a:ext cx="7072362" cy="1206982"/>
          </a:xfrm>
          <a:prstGeom prst="rect">
            <a:avLst/>
          </a:prstGeom>
          <a:noFill/>
        </p:spPr>
        <p:txBody>
          <a:bodyPr wrap="square" lIns="91440" tIns="45720" rIns="91440" bIns="45720">
            <a:prstTxWarp prst="textTriangleInverted">
              <a:avLst/>
            </a:prstTxWarp>
            <a:spAutoFit/>
          </a:bodyPr>
          <a:lstStyle/>
          <a:p>
            <a:pPr algn="ctr"/>
            <a:r>
              <a:rPr lang="en-US" altLang="ko-KR" sz="4800" b="1" dirty="0">
                <a:effectLst>
                  <a:reflection blurRad="6350" stA="55000" endA="50" endPos="85000" dist="60007" dir="5400000" sy="-100000" algn="bl" rotWithShape="0"/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Billiard Game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8775EA4-4E90-47B3-8CD9-DF19FD64D82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D9D9D"/>
              </a:clrFrom>
              <a:clrTo>
                <a:srgbClr val="9D9D9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903" y="59037"/>
            <a:ext cx="2347276" cy="87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405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화살표: 갈매기형 수장 20">
            <a:extLst>
              <a:ext uri="{FF2B5EF4-FFF2-40B4-BE49-F238E27FC236}">
                <a16:creationId xmlns:a16="http://schemas.microsoft.com/office/drawing/2014/main" id="{242D2D59-B649-4A4F-BDE6-7A0BFDFC7AC4}"/>
              </a:ext>
            </a:extLst>
          </p:cNvPr>
          <p:cNvSpPr/>
          <p:nvPr/>
        </p:nvSpPr>
        <p:spPr>
          <a:xfrm>
            <a:off x="1112546" y="5865465"/>
            <a:ext cx="6159109" cy="212436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0" name="화살표: 갈매기형 수장 19">
            <a:extLst>
              <a:ext uri="{FF2B5EF4-FFF2-40B4-BE49-F238E27FC236}">
                <a16:creationId xmlns:a16="http://schemas.microsoft.com/office/drawing/2014/main" id="{63C1689B-6CCB-4ECF-8898-8CC71FE99632}"/>
              </a:ext>
            </a:extLst>
          </p:cNvPr>
          <p:cNvSpPr/>
          <p:nvPr/>
        </p:nvSpPr>
        <p:spPr>
          <a:xfrm>
            <a:off x="1112547" y="4657814"/>
            <a:ext cx="6159109" cy="212436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9" name="화살표: 갈매기형 수장 18">
            <a:extLst>
              <a:ext uri="{FF2B5EF4-FFF2-40B4-BE49-F238E27FC236}">
                <a16:creationId xmlns:a16="http://schemas.microsoft.com/office/drawing/2014/main" id="{934919E9-8EA2-48ED-A2A1-A57C7866712C}"/>
              </a:ext>
            </a:extLst>
          </p:cNvPr>
          <p:cNvSpPr/>
          <p:nvPr/>
        </p:nvSpPr>
        <p:spPr>
          <a:xfrm>
            <a:off x="1112547" y="3437828"/>
            <a:ext cx="6159109" cy="212436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FEAE55-1655-B40C-89EC-7F69220F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A09708-829D-3478-73EF-54DB9FE8A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5" name="화살표: 갈매기형 수장 4">
            <a:extLst>
              <a:ext uri="{FF2B5EF4-FFF2-40B4-BE49-F238E27FC236}">
                <a16:creationId xmlns:a16="http://schemas.microsoft.com/office/drawing/2014/main" id="{DC25254D-2A2A-475B-2C48-1E7E0EAD0503}"/>
              </a:ext>
            </a:extLst>
          </p:cNvPr>
          <p:cNvSpPr/>
          <p:nvPr/>
        </p:nvSpPr>
        <p:spPr>
          <a:xfrm>
            <a:off x="1112547" y="2218850"/>
            <a:ext cx="6159109" cy="212436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6" name="사다리꼴 5">
            <a:extLst>
              <a:ext uri="{FF2B5EF4-FFF2-40B4-BE49-F238E27FC236}">
                <a16:creationId xmlns:a16="http://schemas.microsoft.com/office/drawing/2014/main" id="{CFAF51C2-D1D4-0B2D-4E18-056B1548353B}"/>
              </a:ext>
            </a:extLst>
          </p:cNvPr>
          <p:cNvSpPr/>
          <p:nvPr/>
        </p:nvSpPr>
        <p:spPr>
          <a:xfrm>
            <a:off x="782205" y="1544596"/>
            <a:ext cx="1717963" cy="886690"/>
          </a:xfrm>
          <a:prstGeom prst="trapezoi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A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" name="사다리꼴 7">
            <a:extLst>
              <a:ext uri="{FF2B5EF4-FFF2-40B4-BE49-F238E27FC236}">
                <a16:creationId xmlns:a16="http://schemas.microsoft.com/office/drawing/2014/main" id="{8BAB1C8F-9CCB-A28A-57D3-798D64491AA1}"/>
              </a:ext>
            </a:extLst>
          </p:cNvPr>
          <p:cNvSpPr/>
          <p:nvPr/>
        </p:nvSpPr>
        <p:spPr>
          <a:xfrm>
            <a:off x="782205" y="2763794"/>
            <a:ext cx="1717963" cy="886690"/>
          </a:xfrm>
          <a:prstGeom prst="trapezoi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B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" name="사다리꼴 9">
            <a:extLst>
              <a:ext uri="{FF2B5EF4-FFF2-40B4-BE49-F238E27FC236}">
                <a16:creationId xmlns:a16="http://schemas.microsoft.com/office/drawing/2014/main" id="{BA92389F-9D77-50B9-E45F-8BF5FAAC72A9}"/>
              </a:ext>
            </a:extLst>
          </p:cNvPr>
          <p:cNvSpPr/>
          <p:nvPr/>
        </p:nvSpPr>
        <p:spPr>
          <a:xfrm>
            <a:off x="782205" y="3982409"/>
            <a:ext cx="1717963" cy="886690"/>
          </a:xfrm>
          <a:prstGeom prst="trapezoi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C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" name="사다리꼴 11">
            <a:extLst>
              <a:ext uri="{FF2B5EF4-FFF2-40B4-BE49-F238E27FC236}">
                <a16:creationId xmlns:a16="http://schemas.microsoft.com/office/drawing/2014/main" id="{BBC2AEA2-6AAC-320D-C41F-5195994F916F}"/>
              </a:ext>
            </a:extLst>
          </p:cNvPr>
          <p:cNvSpPr/>
          <p:nvPr/>
        </p:nvSpPr>
        <p:spPr>
          <a:xfrm>
            <a:off x="782205" y="5196117"/>
            <a:ext cx="1717963" cy="886690"/>
          </a:xfrm>
          <a:prstGeom prst="trapezoi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D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07E565-B194-55DA-736D-BF425178C657}"/>
              </a:ext>
            </a:extLst>
          </p:cNvPr>
          <p:cNvSpPr txBox="1"/>
          <p:nvPr/>
        </p:nvSpPr>
        <p:spPr>
          <a:xfrm>
            <a:off x="2703213" y="1735351"/>
            <a:ext cx="4032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당구 게임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5B09A5-BB51-97A3-B648-D2196249C3B2}"/>
              </a:ext>
            </a:extLst>
          </p:cNvPr>
          <p:cNvSpPr txBox="1"/>
          <p:nvPr/>
        </p:nvSpPr>
        <p:spPr>
          <a:xfrm>
            <a:off x="2703213" y="2958745"/>
            <a:ext cx="4032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프로대회 경기 규칙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2C2F9D-2C44-1A64-4EDC-D8D9022321F5}"/>
              </a:ext>
            </a:extLst>
          </p:cNvPr>
          <p:cNvSpPr txBox="1"/>
          <p:nvPr/>
        </p:nvSpPr>
        <p:spPr>
          <a:xfrm>
            <a:off x="2703213" y="4159471"/>
            <a:ext cx="4032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  <a:hlinkClick r:id="rId2" action="ppaction://hlinksldjump"/>
              </a:rPr>
              <a:t>테이블 포인트 위치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57E2FF-F346-CE47-7E23-E7B4194FF9AE}"/>
              </a:ext>
            </a:extLst>
          </p:cNvPr>
          <p:cNvSpPr txBox="1"/>
          <p:nvPr/>
        </p:nvSpPr>
        <p:spPr>
          <a:xfrm>
            <a:off x="2703213" y="5377673"/>
            <a:ext cx="4032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샷 종류와 게임 종류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8FB2706-C957-4AA1-99D5-EC69AD880C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90" b="68299"/>
          <a:stretch/>
        </p:blipFill>
        <p:spPr>
          <a:xfrm>
            <a:off x="7802998" y="2248724"/>
            <a:ext cx="1831345" cy="173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33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D63B84-0899-6BFE-5C83-238BBC692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8B6CFEC-3E57-99FA-AA41-F5A01CE54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A. </a:t>
            </a:r>
            <a:r>
              <a:rPr lang="ko-KR" altLang="en-US" dirty="0"/>
              <a:t>당구 게임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149B15-472C-5861-6849-6327F010EE2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50447" y="1571625"/>
            <a:ext cx="6738938" cy="2238375"/>
          </a:xfrm>
        </p:spPr>
        <p:txBody>
          <a:bodyPr>
            <a:noAutofit/>
          </a:bodyPr>
          <a:lstStyle/>
          <a:p>
            <a:pPr marL="358775" indent="-358775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Billiard game</a:t>
            </a:r>
          </a:p>
          <a:p>
            <a:pPr marL="809625" lvl="1" indent="-352425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It is a sport in which several balls are placed on a standardized table and hit with a long stick to determine the game according to the rules</a:t>
            </a:r>
            <a:endParaRPr lang="ko-KR" altLang="en-US" sz="20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15DB4C9-BFAB-7EBA-9244-28FDB8C19890}"/>
              </a:ext>
            </a:extLst>
          </p:cNvPr>
          <p:cNvSpPr txBox="1">
            <a:spLocks/>
          </p:cNvSpPr>
          <p:nvPr/>
        </p:nvSpPr>
        <p:spPr>
          <a:xfrm>
            <a:off x="550447" y="3810123"/>
            <a:ext cx="8543925" cy="2238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당구 게임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809625" lvl="1" indent="-352425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규격화된 테이블 위에 여러 개의 공을 놓고 긴 막대기로 쳐서 룰에 따라 승부를 가리는 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스포츠</a:t>
            </a:r>
            <a:endParaRPr lang="en-US" altLang="ko-KR" sz="2000" b="0" i="0" u="none" strike="noStrike" dirty="0">
              <a:effectLst/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lvl="1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당구공 재질은 나무</a:t>
            </a:r>
            <a:r>
              <a:rPr lang="en-US" altLang="ko-KR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점토</a:t>
            </a:r>
            <a:r>
              <a:rPr lang="en-US" altLang="ko-KR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상아를 거쳐 </a:t>
            </a:r>
            <a:r>
              <a:rPr lang="ko-KR" altLang="en-US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현재 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플라스틱으로 제작</a:t>
            </a:r>
            <a:endParaRPr lang="en-US" altLang="ko-KR" sz="20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AA71D4BF-A0D1-ED5E-5C9C-F6997878329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06992" y="2196482"/>
            <a:ext cx="1787380" cy="137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44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배지 5">
            <a:extLst>
              <a:ext uri="{FF2B5EF4-FFF2-40B4-BE49-F238E27FC236}">
                <a16:creationId xmlns:a16="http://schemas.microsoft.com/office/drawing/2014/main" id="{166EE601-2246-7167-DCE2-9D5015902333}"/>
              </a:ext>
            </a:extLst>
          </p:cNvPr>
          <p:cNvSpPr/>
          <p:nvPr/>
        </p:nvSpPr>
        <p:spPr>
          <a:xfrm>
            <a:off x="457864" y="2477279"/>
            <a:ext cx="1348510" cy="2286738"/>
          </a:xfrm>
          <a:prstGeom prst="plaque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5">
                  <a:lumMod val="75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경기</a:t>
            </a:r>
            <a:endParaRPr lang="en-US" altLang="ko-KR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방식</a:t>
            </a:r>
          </a:p>
        </p:txBody>
      </p:sp>
      <p:sp>
        <p:nvSpPr>
          <p:cNvPr id="7" name="배지 6">
            <a:extLst>
              <a:ext uri="{FF2B5EF4-FFF2-40B4-BE49-F238E27FC236}">
                <a16:creationId xmlns:a16="http://schemas.microsoft.com/office/drawing/2014/main" id="{58BCB60F-9E12-5B78-52FC-3FD724834027}"/>
              </a:ext>
            </a:extLst>
          </p:cNvPr>
          <p:cNvSpPr/>
          <p:nvPr/>
        </p:nvSpPr>
        <p:spPr>
          <a:xfrm>
            <a:off x="457351" y="4764017"/>
            <a:ext cx="1348510" cy="1317340"/>
          </a:xfrm>
          <a:prstGeom prst="plaque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5">
                  <a:lumMod val="75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공격</a:t>
            </a:r>
            <a:endParaRPr lang="en-US" altLang="ko-KR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규칙</a:t>
            </a:r>
          </a:p>
        </p:txBody>
      </p:sp>
      <p:sp>
        <p:nvSpPr>
          <p:cNvPr id="9" name="십자형 8">
            <a:extLst>
              <a:ext uri="{FF2B5EF4-FFF2-40B4-BE49-F238E27FC236}">
                <a16:creationId xmlns:a16="http://schemas.microsoft.com/office/drawing/2014/main" id="{A663AF94-7F68-4AA8-8417-5F7D33FA7D6F}"/>
              </a:ext>
            </a:extLst>
          </p:cNvPr>
          <p:cNvSpPr/>
          <p:nvPr/>
        </p:nvSpPr>
        <p:spPr>
          <a:xfrm>
            <a:off x="1822708" y="1507844"/>
            <a:ext cx="2271039" cy="979053"/>
          </a:xfrm>
          <a:prstGeom prst="plus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" name="순서도: 병합 9">
            <a:extLst>
              <a:ext uri="{FF2B5EF4-FFF2-40B4-BE49-F238E27FC236}">
                <a16:creationId xmlns:a16="http://schemas.microsoft.com/office/drawing/2014/main" id="{EFC4D75C-26F8-F756-665D-01C1805E2BF8}"/>
              </a:ext>
            </a:extLst>
          </p:cNvPr>
          <p:cNvSpPr/>
          <p:nvPr/>
        </p:nvSpPr>
        <p:spPr>
          <a:xfrm>
            <a:off x="1833370" y="1753914"/>
            <a:ext cx="2261028" cy="733512"/>
          </a:xfrm>
          <a:prstGeom prst="flowChartMerg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구분</a:t>
            </a:r>
          </a:p>
        </p:txBody>
      </p:sp>
      <p:sp>
        <p:nvSpPr>
          <p:cNvPr id="11" name="십자형 10">
            <a:extLst>
              <a:ext uri="{FF2B5EF4-FFF2-40B4-BE49-F238E27FC236}">
                <a16:creationId xmlns:a16="http://schemas.microsoft.com/office/drawing/2014/main" id="{585E4FAD-79CF-2030-AFFA-6BA7BB9FFA5F}"/>
              </a:ext>
            </a:extLst>
          </p:cNvPr>
          <p:cNvSpPr/>
          <p:nvPr/>
        </p:nvSpPr>
        <p:spPr>
          <a:xfrm>
            <a:off x="4094983" y="1508371"/>
            <a:ext cx="2790822" cy="979053"/>
          </a:xfrm>
          <a:prstGeom prst="plus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" name="십자형 11">
            <a:extLst>
              <a:ext uri="{FF2B5EF4-FFF2-40B4-BE49-F238E27FC236}">
                <a16:creationId xmlns:a16="http://schemas.microsoft.com/office/drawing/2014/main" id="{9A85E24D-FFDE-02B6-0A1A-509049CA026A}"/>
              </a:ext>
            </a:extLst>
          </p:cNvPr>
          <p:cNvSpPr/>
          <p:nvPr/>
        </p:nvSpPr>
        <p:spPr>
          <a:xfrm>
            <a:off x="6875554" y="1508371"/>
            <a:ext cx="2567642" cy="979053"/>
          </a:xfrm>
          <a:prstGeom prst="plus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3" name="순서도: 병합 12">
            <a:extLst>
              <a:ext uri="{FF2B5EF4-FFF2-40B4-BE49-F238E27FC236}">
                <a16:creationId xmlns:a16="http://schemas.microsoft.com/office/drawing/2014/main" id="{436BD869-B344-859E-AEC4-8A857CA27DE7}"/>
              </a:ext>
            </a:extLst>
          </p:cNvPr>
          <p:cNvSpPr/>
          <p:nvPr/>
        </p:nvSpPr>
        <p:spPr>
          <a:xfrm>
            <a:off x="4104019" y="1753386"/>
            <a:ext cx="2781784" cy="733512"/>
          </a:xfrm>
          <a:prstGeom prst="flowChartMerg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내용</a:t>
            </a:r>
          </a:p>
        </p:txBody>
      </p:sp>
      <p:sp>
        <p:nvSpPr>
          <p:cNvPr id="14" name="순서도: 병합 13">
            <a:extLst>
              <a:ext uri="{FF2B5EF4-FFF2-40B4-BE49-F238E27FC236}">
                <a16:creationId xmlns:a16="http://schemas.microsoft.com/office/drawing/2014/main" id="{427F0615-2137-181F-AC22-56501B20CEDD}"/>
              </a:ext>
            </a:extLst>
          </p:cNvPr>
          <p:cNvSpPr/>
          <p:nvPr/>
        </p:nvSpPr>
        <p:spPr>
          <a:xfrm>
            <a:off x="6875552" y="1753386"/>
            <a:ext cx="2557392" cy="733512"/>
          </a:xfrm>
          <a:prstGeom prst="flowChartMerg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비고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0692DB-F183-5CBB-4028-87C9ABCD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C547CE-9FBE-21FA-A1EE-2B5D47C70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B. </a:t>
            </a:r>
            <a:r>
              <a:rPr lang="ko-KR" altLang="en-US" dirty="0"/>
              <a:t>프로대회 경기 규칙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36112E93-4EF5-0754-8D8B-8A4A12D2ACEF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933781393"/>
              </p:ext>
            </p:extLst>
          </p:nvPr>
        </p:nvGraphicFramePr>
        <p:xfrm>
          <a:off x="1806888" y="2486025"/>
          <a:ext cx="7636308" cy="374904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286142">
                  <a:extLst>
                    <a:ext uri="{9D8B030D-6E8A-4147-A177-3AD203B41FA5}">
                      <a16:colId xmlns:a16="http://schemas.microsoft.com/office/drawing/2014/main" val="3405079074"/>
                    </a:ext>
                  </a:extLst>
                </a:gridCol>
                <a:gridCol w="2804730">
                  <a:extLst>
                    <a:ext uri="{9D8B030D-6E8A-4147-A177-3AD203B41FA5}">
                      <a16:colId xmlns:a16="http://schemas.microsoft.com/office/drawing/2014/main" val="3337649278"/>
                    </a:ext>
                  </a:extLst>
                </a:gridCol>
                <a:gridCol w="2545436">
                  <a:extLst>
                    <a:ext uri="{9D8B030D-6E8A-4147-A177-3AD203B41FA5}">
                      <a16:colId xmlns:a16="http://schemas.microsoft.com/office/drawing/2014/main" val="1742915524"/>
                    </a:ext>
                  </a:extLst>
                </a:gridCol>
              </a:tblGrid>
              <a:tr h="483889">
                <a:tc rowSpan="3"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PBA 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세트제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7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전 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4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선승제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(4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강 이상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)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세트 스코어 동률 시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승부치기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0716863"/>
                  </a:ext>
                </a:extLst>
              </a:tr>
              <a:tr h="466729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5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전 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3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선승제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(32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강 이상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)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5603259"/>
                  </a:ext>
                </a:extLst>
              </a:tr>
              <a:tr h="466729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3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전 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선승제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(128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강 이상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)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5612746"/>
                  </a:ext>
                </a:extLst>
              </a:tr>
              <a:tr h="868433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LPBA 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점수제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25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점 점수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/50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분 제한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세트제 경기 방식과 병행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시간 도달 시 자동 종료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위반시 페널티 부여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4214828"/>
                  </a:ext>
                </a:extLst>
              </a:tr>
              <a:tr h="1309062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PBA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세트제 및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LPBA 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점수제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공격 시간은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35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초 주어짐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파이널 투어 참가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승강제 실시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와일드 카드 운영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88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3807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F45944-D6CC-D1C6-03A2-5686FCEC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7C9B8D-A3FB-9756-FA33-5FA8FE4BB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C. </a:t>
            </a:r>
            <a:r>
              <a:rPr lang="ko-KR" altLang="en-US" dirty="0"/>
              <a:t>테이블 포인트 위치</a:t>
            </a:r>
          </a:p>
        </p:txBody>
      </p:sp>
      <p:graphicFrame>
        <p:nvGraphicFramePr>
          <p:cNvPr id="12" name="내용 개체 틀 11">
            <a:extLst>
              <a:ext uri="{FF2B5EF4-FFF2-40B4-BE49-F238E27FC236}">
                <a16:creationId xmlns:a16="http://schemas.microsoft.com/office/drawing/2014/main" id="{7D39E297-7A42-BC49-AADC-54A219ED11CA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614841597"/>
              </p:ext>
            </p:extLst>
          </p:nvPr>
        </p:nvGraphicFramePr>
        <p:xfrm>
          <a:off x="681037" y="1554163"/>
          <a:ext cx="8543925" cy="43513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말풍선: 타원형 12">
            <a:extLst>
              <a:ext uri="{FF2B5EF4-FFF2-40B4-BE49-F238E27FC236}">
                <a16:creationId xmlns:a16="http://schemas.microsoft.com/office/drawing/2014/main" id="{2960FB6A-DF75-F1A8-DE4A-7F126BDF61E5}"/>
              </a:ext>
            </a:extLst>
          </p:cNvPr>
          <p:cNvSpPr/>
          <p:nvPr/>
        </p:nvSpPr>
        <p:spPr>
          <a:xfrm>
            <a:off x="2774308" y="2394856"/>
            <a:ext cx="3077855" cy="470651"/>
          </a:xfrm>
          <a:prstGeom prst="wedgeEllipseCallout">
            <a:avLst>
              <a:gd name="adj1" fmla="val 865"/>
              <a:gd name="adj2" fmla="val 77500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체계적인 계산 필요</a:t>
            </a:r>
          </a:p>
        </p:txBody>
      </p:sp>
    </p:spTree>
    <p:extLst>
      <p:ext uri="{BB962C8B-B14F-4D97-AF65-F5344CB8AC3E}">
        <p14:creationId xmlns:p14="http://schemas.microsoft.com/office/powerpoint/2010/main" val="173179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49A021C-AA7F-485E-BC7A-78EAB0598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50720B7-A8A5-41FF-99E1-BF0C94BA7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D. </a:t>
            </a:r>
            <a:r>
              <a:rPr lang="ko-KR" altLang="en-US" dirty="0"/>
              <a:t>샷 종류와 게임 종류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AD64E0F-729B-3F7B-76FD-1054D94EAB4B}"/>
              </a:ext>
            </a:extLst>
          </p:cNvPr>
          <p:cNvGrpSpPr/>
          <p:nvPr/>
        </p:nvGrpSpPr>
        <p:grpSpPr>
          <a:xfrm>
            <a:off x="544892" y="1440189"/>
            <a:ext cx="4286280" cy="4429156"/>
            <a:chOff x="544892" y="1440189"/>
            <a:chExt cx="4286280" cy="4429156"/>
          </a:xfrm>
        </p:grpSpPr>
        <p:sp>
          <p:nvSpPr>
            <p:cNvPr id="38" name="한쪽 모서리는 잘리고 다른 쪽 모서리는 둥근 사각형 5">
              <a:extLst>
                <a:ext uri="{FF2B5EF4-FFF2-40B4-BE49-F238E27FC236}">
                  <a16:creationId xmlns:a16="http://schemas.microsoft.com/office/drawing/2014/main" id="{76F10656-6CC5-45FC-AB76-6B9E5BF8B124}"/>
                </a:ext>
              </a:extLst>
            </p:cNvPr>
            <p:cNvSpPr/>
            <p:nvPr/>
          </p:nvSpPr>
          <p:spPr>
            <a:xfrm flipH="1">
              <a:off x="544892" y="1440189"/>
              <a:ext cx="4286280" cy="4429156"/>
            </a:xfrm>
            <a:prstGeom prst="snip1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2" name="사각형: 잘린 위쪽 모서리 31">
              <a:extLst>
                <a:ext uri="{FF2B5EF4-FFF2-40B4-BE49-F238E27FC236}">
                  <a16:creationId xmlns:a16="http://schemas.microsoft.com/office/drawing/2014/main" id="{DC7EA3E2-0E51-408E-902A-BDB8292B5C46}"/>
                </a:ext>
              </a:extLst>
            </p:cNvPr>
            <p:cNvSpPr/>
            <p:nvPr/>
          </p:nvSpPr>
          <p:spPr>
            <a:xfrm flipV="1">
              <a:off x="680477" y="3689762"/>
              <a:ext cx="4015111" cy="2022880"/>
            </a:xfrm>
            <a:prstGeom prst="snip2Same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53" name="설명선: 오른쪽 화살표 52">
              <a:extLst>
                <a:ext uri="{FF2B5EF4-FFF2-40B4-BE49-F238E27FC236}">
                  <a16:creationId xmlns:a16="http://schemas.microsoft.com/office/drawing/2014/main" id="{DC90AF26-2374-415F-BED5-A1FBA79A40B6}"/>
                </a:ext>
              </a:extLst>
            </p:cNvPr>
            <p:cNvSpPr/>
            <p:nvPr/>
          </p:nvSpPr>
          <p:spPr>
            <a:xfrm>
              <a:off x="1126227" y="1909328"/>
              <a:ext cx="1246508" cy="1002238"/>
            </a:xfrm>
            <a:prstGeom prst="rightArrowCallou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샷 종류</a:t>
              </a:r>
            </a:p>
          </p:txBody>
        </p:sp>
        <p:graphicFrame>
          <p:nvGraphicFramePr>
            <p:cNvPr id="54" name="다이어그램 53">
              <a:extLst>
                <a:ext uri="{FF2B5EF4-FFF2-40B4-BE49-F238E27FC236}">
                  <a16:creationId xmlns:a16="http://schemas.microsoft.com/office/drawing/2014/main" id="{F380E014-2520-46DA-88F1-3712D3FA8A6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69199066"/>
                </p:ext>
              </p:extLst>
            </p:nvPr>
          </p:nvGraphicFramePr>
          <p:xfrm>
            <a:off x="2314479" y="1680861"/>
            <a:ext cx="2160000" cy="194945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31" name="화살표: 오른쪽 30">
              <a:extLst>
                <a:ext uri="{FF2B5EF4-FFF2-40B4-BE49-F238E27FC236}">
                  <a16:creationId xmlns:a16="http://schemas.microsoft.com/office/drawing/2014/main" id="{4A8A66FA-2158-46B9-BD1E-3AFEC1DE2830}"/>
                </a:ext>
              </a:extLst>
            </p:cNvPr>
            <p:cNvSpPr/>
            <p:nvPr/>
          </p:nvSpPr>
          <p:spPr>
            <a:xfrm>
              <a:off x="797893" y="4011568"/>
              <a:ext cx="980192" cy="1209965"/>
            </a:xfrm>
            <a:prstGeom prst="rightArrow">
              <a:avLst>
                <a:gd name="adj1" fmla="val 76721"/>
                <a:gd name="adj2" fmla="val 37552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게임 용구</a:t>
              </a:r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aphicFrame>
          <p:nvGraphicFramePr>
            <p:cNvPr id="2" name="다이어그램 1">
              <a:extLst>
                <a:ext uri="{FF2B5EF4-FFF2-40B4-BE49-F238E27FC236}">
                  <a16:creationId xmlns:a16="http://schemas.microsoft.com/office/drawing/2014/main" id="{427A7615-35EB-4CCA-B6DB-EDDB55257CC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82022663"/>
                </p:ext>
              </p:extLst>
            </p:nvPr>
          </p:nvGraphicFramePr>
          <p:xfrm>
            <a:off x="1969117" y="3667968"/>
            <a:ext cx="2535438" cy="196236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CC49C630-A830-742F-EB5F-6BDC1CCEB05D}"/>
              </a:ext>
            </a:extLst>
          </p:cNvPr>
          <p:cNvGrpSpPr/>
          <p:nvPr/>
        </p:nvGrpSpPr>
        <p:grpSpPr>
          <a:xfrm>
            <a:off x="5097217" y="1440189"/>
            <a:ext cx="4286280" cy="4429156"/>
            <a:chOff x="5097217" y="1440189"/>
            <a:chExt cx="4286280" cy="4429156"/>
          </a:xfrm>
        </p:grpSpPr>
        <p:sp>
          <p:nvSpPr>
            <p:cNvPr id="6" name="한쪽 모서리는 잘리고 다른 쪽 모서리는 둥근 사각형 4">
              <a:extLst>
                <a:ext uri="{FF2B5EF4-FFF2-40B4-BE49-F238E27FC236}">
                  <a16:creationId xmlns:a16="http://schemas.microsoft.com/office/drawing/2014/main" id="{C04601DA-5DCC-4A34-80C7-BE7E4A1EC962}"/>
                </a:ext>
              </a:extLst>
            </p:cNvPr>
            <p:cNvSpPr/>
            <p:nvPr/>
          </p:nvSpPr>
          <p:spPr>
            <a:xfrm>
              <a:off x="5097217" y="1440189"/>
              <a:ext cx="4286280" cy="4429156"/>
            </a:xfrm>
            <a:prstGeom prst="snip1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4" name="순서도: 문서 33">
              <a:extLst>
                <a:ext uri="{FF2B5EF4-FFF2-40B4-BE49-F238E27FC236}">
                  <a16:creationId xmlns:a16="http://schemas.microsoft.com/office/drawing/2014/main" id="{219590C5-3076-489F-ACBB-0CD1A5ED50F6}"/>
                </a:ext>
              </a:extLst>
            </p:cNvPr>
            <p:cNvSpPr/>
            <p:nvPr/>
          </p:nvSpPr>
          <p:spPr>
            <a:xfrm flipH="1">
              <a:off x="6160357" y="1532913"/>
              <a:ext cx="2160000" cy="432000"/>
            </a:xfrm>
            <a:prstGeom prst="flowChartDocumen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게임 종류</a:t>
              </a:r>
            </a:p>
          </p:txBody>
        </p:sp>
        <p:sp>
          <p:nvSpPr>
            <p:cNvPr id="41" name="설명선: 아래쪽 화살표 40">
              <a:extLst>
                <a:ext uri="{FF2B5EF4-FFF2-40B4-BE49-F238E27FC236}">
                  <a16:creationId xmlns:a16="http://schemas.microsoft.com/office/drawing/2014/main" id="{08968D29-BF52-4906-9355-8E2CBB753C5A}"/>
                </a:ext>
              </a:extLst>
            </p:cNvPr>
            <p:cNvSpPr/>
            <p:nvPr/>
          </p:nvSpPr>
          <p:spPr>
            <a:xfrm>
              <a:off x="6532880" y="3561184"/>
              <a:ext cx="1404003" cy="739065"/>
            </a:xfrm>
            <a:prstGeom prst="downArrowCallou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포켓 게임</a:t>
              </a:r>
            </a:p>
          </p:txBody>
        </p:sp>
        <p:sp>
          <p:nvSpPr>
            <p:cNvPr id="42" name="화살표: 왼쪽/오른쪽/위쪽/아래쪽 41">
              <a:extLst>
                <a:ext uri="{FF2B5EF4-FFF2-40B4-BE49-F238E27FC236}">
                  <a16:creationId xmlns:a16="http://schemas.microsoft.com/office/drawing/2014/main" id="{02F1916D-5B93-41BA-8BFA-9878A03966A3}"/>
                </a:ext>
              </a:extLst>
            </p:cNvPr>
            <p:cNvSpPr/>
            <p:nvPr/>
          </p:nvSpPr>
          <p:spPr>
            <a:xfrm>
              <a:off x="6537569" y="2026063"/>
              <a:ext cx="1413908" cy="673309"/>
            </a:xfrm>
            <a:prstGeom prst="quadArrow">
              <a:avLst>
                <a:gd name="adj1" fmla="val 44434"/>
                <a:gd name="adj2" fmla="val 20866"/>
                <a:gd name="adj3" fmla="val 16533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보크라인</a:t>
              </a:r>
            </a:p>
          </p:txBody>
        </p:sp>
        <p:sp>
          <p:nvSpPr>
            <p:cNvPr id="43" name="팔각형 42">
              <a:extLst>
                <a:ext uri="{FF2B5EF4-FFF2-40B4-BE49-F238E27FC236}">
                  <a16:creationId xmlns:a16="http://schemas.microsoft.com/office/drawing/2014/main" id="{2D31983E-FACD-4778-93D8-07A98220BC62}"/>
                </a:ext>
              </a:extLst>
            </p:cNvPr>
            <p:cNvSpPr/>
            <p:nvPr/>
          </p:nvSpPr>
          <p:spPr>
            <a:xfrm>
              <a:off x="6532880" y="4386587"/>
              <a:ext cx="1401795" cy="499050"/>
            </a:xfrm>
            <a:prstGeom prst="octagon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로테이션</a:t>
              </a:r>
            </a:p>
          </p:txBody>
        </p:sp>
        <p:sp>
          <p:nvSpPr>
            <p:cNvPr id="44" name="구름 43">
              <a:extLst>
                <a:ext uri="{FF2B5EF4-FFF2-40B4-BE49-F238E27FC236}">
                  <a16:creationId xmlns:a16="http://schemas.microsoft.com/office/drawing/2014/main" id="{821BE19F-9756-4B80-8CB1-15B01AC187E3}"/>
                </a:ext>
              </a:extLst>
            </p:cNvPr>
            <p:cNvSpPr/>
            <p:nvPr/>
          </p:nvSpPr>
          <p:spPr>
            <a:xfrm>
              <a:off x="7934674" y="3834196"/>
              <a:ext cx="1357257" cy="515733"/>
            </a:xfrm>
            <a:prstGeom prst="cloud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나인볼</a:t>
              </a:r>
            </a:p>
          </p:txBody>
        </p:sp>
        <p:sp>
          <p:nvSpPr>
            <p:cNvPr id="45" name="화살표: 오각형 44">
              <a:extLst>
                <a:ext uri="{FF2B5EF4-FFF2-40B4-BE49-F238E27FC236}">
                  <a16:creationId xmlns:a16="http://schemas.microsoft.com/office/drawing/2014/main" id="{D04D053B-AC1C-4EAB-B14F-CE43C21700BD}"/>
                </a:ext>
              </a:extLst>
            </p:cNvPr>
            <p:cNvSpPr/>
            <p:nvPr/>
          </p:nvSpPr>
          <p:spPr>
            <a:xfrm>
              <a:off x="7524060" y="5082839"/>
              <a:ext cx="1532306" cy="527978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스누커</a:t>
              </a:r>
              <a:endPara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" name="오각형 45">
              <a:extLst>
                <a:ext uri="{FF2B5EF4-FFF2-40B4-BE49-F238E27FC236}">
                  <a16:creationId xmlns:a16="http://schemas.microsoft.com/office/drawing/2014/main" id="{45D32F1F-BA8F-4570-BD80-80DE8DA059B6}"/>
                </a:ext>
              </a:extLst>
            </p:cNvPr>
            <p:cNvSpPr/>
            <p:nvPr/>
          </p:nvSpPr>
          <p:spPr>
            <a:xfrm flipV="1">
              <a:off x="8143738" y="2304299"/>
              <a:ext cx="912628" cy="928575"/>
            </a:xfrm>
            <a:prstGeom prst="pentagon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7" name="육각형 46">
              <a:extLst>
                <a:ext uri="{FF2B5EF4-FFF2-40B4-BE49-F238E27FC236}">
                  <a16:creationId xmlns:a16="http://schemas.microsoft.com/office/drawing/2014/main" id="{35714841-C3F8-47A5-B250-B5C65EB2514B}"/>
                </a:ext>
              </a:extLst>
            </p:cNvPr>
            <p:cNvSpPr/>
            <p:nvPr/>
          </p:nvSpPr>
          <p:spPr>
            <a:xfrm>
              <a:off x="5388438" y="2316680"/>
              <a:ext cx="1025264" cy="903813"/>
            </a:xfrm>
            <a:prstGeom prst="hexagon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쓰리쿠션</a:t>
              </a:r>
            </a:p>
          </p:txBody>
        </p:sp>
        <p:sp>
          <p:nvSpPr>
            <p:cNvPr id="48" name="화살표: 오각형 47">
              <a:extLst>
                <a:ext uri="{FF2B5EF4-FFF2-40B4-BE49-F238E27FC236}">
                  <a16:creationId xmlns:a16="http://schemas.microsoft.com/office/drawing/2014/main" id="{2507E55D-2892-46D9-96FC-FB33DD4CD953}"/>
                </a:ext>
              </a:extLst>
            </p:cNvPr>
            <p:cNvSpPr/>
            <p:nvPr/>
          </p:nvSpPr>
          <p:spPr>
            <a:xfrm flipH="1">
              <a:off x="5463807" y="5076768"/>
              <a:ext cx="1532306" cy="521431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스트레이트</a:t>
              </a:r>
              <a:endPara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9" name="설명선: 위쪽 화살표 48">
              <a:extLst>
                <a:ext uri="{FF2B5EF4-FFF2-40B4-BE49-F238E27FC236}">
                  <a16:creationId xmlns:a16="http://schemas.microsoft.com/office/drawing/2014/main" id="{DA849CF2-3F8C-4573-875D-7182F36E8053}"/>
                </a:ext>
              </a:extLst>
            </p:cNvPr>
            <p:cNvSpPr/>
            <p:nvPr/>
          </p:nvSpPr>
          <p:spPr>
            <a:xfrm>
              <a:off x="6520703" y="2722148"/>
              <a:ext cx="1413972" cy="739065"/>
            </a:xfrm>
            <a:prstGeom prst="upArrowCallout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굴림" panose="020B0600000101010101" pitchFamily="50" charset="-127"/>
                  <a:ea typeface="굴림" panose="020B0600000101010101" pitchFamily="50" charset="-127"/>
                </a:rPr>
                <a:t>캐롬 게임</a:t>
              </a:r>
            </a:p>
          </p:txBody>
        </p:sp>
        <p:sp>
          <p:nvSpPr>
            <p:cNvPr id="50" name="구름 49">
              <a:extLst>
                <a:ext uri="{FF2B5EF4-FFF2-40B4-BE49-F238E27FC236}">
                  <a16:creationId xmlns:a16="http://schemas.microsoft.com/office/drawing/2014/main" id="{96CB3311-D967-4E0D-A7C1-1FF0E586DA0C}"/>
                </a:ext>
              </a:extLst>
            </p:cNvPr>
            <p:cNvSpPr/>
            <p:nvPr/>
          </p:nvSpPr>
          <p:spPr>
            <a:xfrm rot="509441" flipH="1">
              <a:off x="5197226" y="3852606"/>
              <a:ext cx="1369952" cy="515733"/>
            </a:xfrm>
            <a:prstGeom prst="cloud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에잇볼</a:t>
              </a:r>
            </a:p>
          </p:txBody>
        </p: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F255B10B-2FEA-474D-B058-A19317A112A0}"/>
                </a:ext>
              </a:extLst>
            </p:cNvPr>
            <p:cNvCxnSpPr>
              <a:cxnSpLocks/>
            </p:cNvCxnSpPr>
            <p:nvPr/>
          </p:nvCxnSpPr>
          <p:spPr>
            <a:xfrm>
              <a:off x="6996113" y="5337484"/>
              <a:ext cx="527947" cy="934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D48BF70-FB55-49CA-A57A-C5B464A847BD}"/>
                </a:ext>
              </a:extLst>
            </p:cNvPr>
            <p:cNvSpPr txBox="1"/>
            <p:nvPr/>
          </p:nvSpPr>
          <p:spPr>
            <a:xfrm>
              <a:off x="8272400" y="2583920"/>
              <a:ext cx="6553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4</a:t>
              </a:r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3676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769</TotalTime>
  <Words>222</Words>
  <Application>Microsoft Office PowerPoint</Application>
  <PresentationFormat>A4 용지(210x297mm)</PresentationFormat>
  <Paragraphs>71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5" baseType="lpstr">
      <vt:lpstr>굴림</vt:lpstr>
      <vt:lpstr>궁서</vt:lpstr>
      <vt:lpstr>돋움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목차</vt:lpstr>
      <vt:lpstr>A. 당구 게임</vt:lpstr>
      <vt:lpstr>B. 프로대회 경기 규칙</vt:lpstr>
      <vt:lpstr>C. 테이블 포인트 위치</vt:lpstr>
      <vt:lpstr>D. 샷 종류와 게임 종류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ITQ KPC</dc:creator>
  <cp:lastModifiedBy>준홍 김</cp:lastModifiedBy>
  <cp:revision>83</cp:revision>
  <cp:lastPrinted>2023-09-30T04:31:19Z</cp:lastPrinted>
  <dcterms:created xsi:type="dcterms:W3CDTF">2023-07-20T02:58:21Z</dcterms:created>
  <dcterms:modified xsi:type="dcterms:W3CDTF">2024-04-25T04:38:17Z</dcterms:modified>
</cp:coreProperties>
</file>